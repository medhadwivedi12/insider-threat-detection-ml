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9"/>
  </p:notesMasterIdLst>
  <p:sldIdLst>
    <p:sldId id="256" r:id="rId2"/>
    <p:sldId id="270" r:id="rId3"/>
    <p:sldId id="265" r:id="rId4"/>
    <p:sldId id="266" r:id="rId5"/>
    <p:sldId id="259" r:id="rId6"/>
    <p:sldId id="267" r:id="rId7"/>
    <p:sldId id="260" r:id="rId8"/>
    <p:sldId id="262" r:id="rId9"/>
    <p:sldId id="261" r:id="rId10"/>
    <p:sldId id="271" r:id="rId11"/>
    <p:sldId id="268" r:id="rId12"/>
    <p:sldId id="272" r:id="rId13"/>
    <p:sldId id="273" r:id="rId14"/>
    <p:sldId id="274" r:id="rId15"/>
    <p:sldId id="275" r:id="rId16"/>
    <p:sldId id="263" r:id="rId17"/>
    <p:sldId id="26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 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78</c:v>
                </c:pt>
                <c:pt idx="2">
                  <c:v>75</c:v>
                </c:pt>
                <c:pt idx="3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77-45AB-8755-88D9A0BD88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HYBRID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 SCORE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91</c:v>
                </c:pt>
                <c:pt idx="1">
                  <c:v>89</c:v>
                </c:pt>
                <c:pt idx="2">
                  <c:v>87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77-45AB-8755-88D9A0BD88D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 SCORE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77-45AB-8755-88D9A0BD88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33449023"/>
        <c:axId val="1433451423"/>
      </c:barChart>
      <c:catAx>
        <c:axId val="14334490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3451423"/>
        <c:crosses val="autoZero"/>
        <c:auto val="1"/>
        <c:lblAlgn val="ctr"/>
        <c:lblOffset val="100"/>
        <c:noMultiLvlLbl val="0"/>
      </c:catAx>
      <c:valAx>
        <c:axId val="1433451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34490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CE7B15-4BEA-4C5E-893F-E996F30829B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EACC17A-0420-4950-8599-5D61E42844C7}">
      <dgm:prSet/>
      <dgm:spPr/>
      <dgm:t>
        <a:bodyPr/>
        <a:lstStyle/>
        <a:p>
          <a:r>
            <a:rPr lang="en-US"/>
            <a:t>1. INTRODUCTION</a:t>
          </a:r>
        </a:p>
      </dgm:t>
    </dgm:pt>
    <dgm:pt modelId="{863B9147-52C2-4557-A6F7-6D1EAE25417C}" type="parTrans" cxnId="{D8407027-D8B9-4904-9F96-0D958C17192E}">
      <dgm:prSet/>
      <dgm:spPr/>
      <dgm:t>
        <a:bodyPr/>
        <a:lstStyle/>
        <a:p>
          <a:endParaRPr lang="en-US"/>
        </a:p>
      </dgm:t>
    </dgm:pt>
    <dgm:pt modelId="{C88DA191-C9F2-43EF-A06E-10CA265761BA}" type="sibTrans" cxnId="{D8407027-D8B9-4904-9F96-0D958C17192E}">
      <dgm:prSet/>
      <dgm:spPr/>
      <dgm:t>
        <a:bodyPr/>
        <a:lstStyle/>
        <a:p>
          <a:endParaRPr lang="en-US"/>
        </a:p>
      </dgm:t>
    </dgm:pt>
    <dgm:pt modelId="{74FFC7CF-9353-4ECA-811A-3EE1943FC128}">
      <dgm:prSet/>
      <dgm:spPr/>
      <dgm:t>
        <a:bodyPr/>
        <a:lstStyle/>
        <a:p>
          <a:r>
            <a:rPr lang="en-US"/>
            <a:t>2. LITERATURE REVIEW</a:t>
          </a:r>
        </a:p>
      </dgm:t>
    </dgm:pt>
    <dgm:pt modelId="{B2E8E74C-3350-40DE-A0A5-ADE908830B48}" type="parTrans" cxnId="{B0216F92-2F6D-47A0-AAF7-1E5158C199D9}">
      <dgm:prSet/>
      <dgm:spPr/>
      <dgm:t>
        <a:bodyPr/>
        <a:lstStyle/>
        <a:p>
          <a:endParaRPr lang="en-US"/>
        </a:p>
      </dgm:t>
    </dgm:pt>
    <dgm:pt modelId="{E1727B8B-05A5-4EF4-ADBA-965614DD9174}" type="sibTrans" cxnId="{B0216F92-2F6D-47A0-AAF7-1E5158C199D9}">
      <dgm:prSet/>
      <dgm:spPr/>
      <dgm:t>
        <a:bodyPr/>
        <a:lstStyle/>
        <a:p>
          <a:endParaRPr lang="en-US"/>
        </a:p>
      </dgm:t>
    </dgm:pt>
    <dgm:pt modelId="{9D6F576C-BAE7-4268-B541-F30A072D39BF}">
      <dgm:prSet/>
      <dgm:spPr/>
      <dgm:t>
        <a:bodyPr/>
        <a:lstStyle/>
        <a:p>
          <a:r>
            <a:rPr lang="en-US"/>
            <a:t>3. PROBLEM STATEMENT</a:t>
          </a:r>
        </a:p>
      </dgm:t>
    </dgm:pt>
    <dgm:pt modelId="{B3CE33DA-2F7B-4E0E-8676-ADB2304A819C}" type="parTrans" cxnId="{73A1BDA9-0115-4183-A8D7-46FADB8AE268}">
      <dgm:prSet/>
      <dgm:spPr/>
      <dgm:t>
        <a:bodyPr/>
        <a:lstStyle/>
        <a:p>
          <a:endParaRPr lang="en-US"/>
        </a:p>
      </dgm:t>
    </dgm:pt>
    <dgm:pt modelId="{6C77BA3D-1B5D-4964-A9B2-C34358940351}" type="sibTrans" cxnId="{73A1BDA9-0115-4183-A8D7-46FADB8AE268}">
      <dgm:prSet/>
      <dgm:spPr/>
      <dgm:t>
        <a:bodyPr/>
        <a:lstStyle/>
        <a:p>
          <a:endParaRPr lang="en-US"/>
        </a:p>
      </dgm:t>
    </dgm:pt>
    <dgm:pt modelId="{04311E82-1040-4326-9352-BC9F5E3AFA5A}">
      <dgm:prSet/>
      <dgm:spPr/>
      <dgm:t>
        <a:bodyPr/>
        <a:lstStyle/>
        <a:p>
          <a:r>
            <a:rPr lang="en-US"/>
            <a:t>4. PROPOSED SOLUTION</a:t>
          </a:r>
        </a:p>
      </dgm:t>
    </dgm:pt>
    <dgm:pt modelId="{C055D559-5CF1-4636-963C-1C5CC884AB0A}" type="parTrans" cxnId="{F8567C4A-2DBE-4ECD-9E6D-62BB7AB8EA27}">
      <dgm:prSet/>
      <dgm:spPr/>
      <dgm:t>
        <a:bodyPr/>
        <a:lstStyle/>
        <a:p>
          <a:endParaRPr lang="en-US"/>
        </a:p>
      </dgm:t>
    </dgm:pt>
    <dgm:pt modelId="{AE9098BF-83BE-4768-9F1F-F323EDB058C4}" type="sibTrans" cxnId="{F8567C4A-2DBE-4ECD-9E6D-62BB7AB8EA27}">
      <dgm:prSet/>
      <dgm:spPr/>
      <dgm:t>
        <a:bodyPr/>
        <a:lstStyle/>
        <a:p>
          <a:endParaRPr lang="en-US"/>
        </a:p>
      </dgm:t>
    </dgm:pt>
    <dgm:pt modelId="{88AB1E05-8ADC-478C-AC61-6C9FA9E978A3}">
      <dgm:prSet/>
      <dgm:spPr/>
      <dgm:t>
        <a:bodyPr/>
        <a:lstStyle/>
        <a:p>
          <a:r>
            <a:rPr lang="en-US"/>
            <a:t>5. OBJECTIVES</a:t>
          </a:r>
        </a:p>
      </dgm:t>
    </dgm:pt>
    <dgm:pt modelId="{8672BEBD-29CB-4169-BE5E-C8D328C0DCC9}" type="parTrans" cxnId="{276B6341-13F8-4DFE-8B66-A028F51DC71F}">
      <dgm:prSet/>
      <dgm:spPr/>
      <dgm:t>
        <a:bodyPr/>
        <a:lstStyle/>
        <a:p>
          <a:endParaRPr lang="en-US"/>
        </a:p>
      </dgm:t>
    </dgm:pt>
    <dgm:pt modelId="{B6FE838C-053C-495B-8B8D-CC9969067F52}" type="sibTrans" cxnId="{276B6341-13F8-4DFE-8B66-A028F51DC71F}">
      <dgm:prSet/>
      <dgm:spPr/>
      <dgm:t>
        <a:bodyPr/>
        <a:lstStyle/>
        <a:p>
          <a:endParaRPr lang="en-US"/>
        </a:p>
      </dgm:t>
    </dgm:pt>
    <dgm:pt modelId="{A1DB511B-952A-4495-A59B-9AE7FB13EF02}">
      <dgm:prSet/>
      <dgm:spPr/>
      <dgm:t>
        <a:bodyPr/>
        <a:lstStyle/>
        <a:p>
          <a:r>
            <a:rPr lang="en-US"/>
            <a:t>6. RESULTS</a:t>
          </a:r>
        </a:p>
      </dgm:t>
    </dgm:pt>
    <dgm:pt modelId="{6A4F60AF-EC2A-4330-83CB-C110507E4ABB}" type="parTrans" cxnId="{6574A56A-344D-4A1B-8C83-E084DBC42852}">
      <dgm:prSet/>
      <dgm:spPr/>
      <dgm:t>
        <a:bodyPr/>
        <a:lstStyle/>
        <a:p>
          <a:endParaRPr lang="en-US"/>
        </a:p>
      </dgm:t>
    </dgm:pt>
    <dgm:pt modelId="{EBD9DF1C-9785-4EE5-AA25-ECA581C918FA}" type="sibTrans" cxnId="{6574A56A-344D-4A1B-8C83-E084DBC42852}">
      <dgm:prSet/>
      <dgm:spPr/>
      <dgm:t>
        <a:bodyPr/>
        <a:lstStyle/>
        <a:p>
          <a:endParaRPr lang="en-US"/>
        </a:p>
      </dgm:t>
    </dgm:pt>
    <dgm:pt modelId="{BA5CF3C9-9D80-40EB-8BA5-C6F8BF13E032}" type="pres">
      <dgm:prSet presAssocID="{03CE7B15-4BEA-4C5E-893F-E996F30829BA}" presName="linear" presStyleCnt="0">
        <dgm:presLayoutVars>
          <dgm:dir/>
          <dgm:animLvl val="lvl"/>
          <dgm:resizeHandles val="exact"/>
        </dgm:presLayoutVars>
      </dgm:prSet>
      <dgm:spPr/>
    </dgm:pt>
    <dgm:pt modelId="{F15264DC-B189-4833-A5E7-1542BE515397}" type="pres">
      <dgm:prSet presAssocID="{CEACC17A-0420-4950-8599-5D61E42844C7}" presName="parentLin" presStyleCnt="0"/>
      <dgm:spPr/>
    </dgm:pt>
    <dgm:pt modelId="{A4507F74-76F6-4E45-A59A-7A1F03448CC7}" type="pres">
      <dgm:prSet presAssocID="{CEACC17A-0420-4950-8599-5D61E42844C7}" presName="parentLeftMargin" presStyleLbl="node1" presStyleIdx="0" presStyleCnt="6"/>
      <dgm:spPr/>
    </dgm:pt>
    <dgm:pt modelId="{E744D32B-7C4F-4D78-A38E-364471D9AC32}" type="pres">
      <dgm:prSet presAssocID="{CEACC17A-0420-4950-8599-5D61E42844C7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150E8B6-8E30-4D6F-9C3E-8C4EAE01917D}" type="pres">
      <dgm:prSet presAssocID="{CEACC17A-0420-4950-8599-5D61E42844C7}" presName="negativeSpace" presStyleCnt="0"/>
      <dgm:spPr/>
    </dgm:pt>
    <dgm:pt modelId="{137382F1-5A78-40FE-ADB5-7C8FF0FEAA06}" type="pres">
      <dgm:prSet presAssocID="{CEACC17A-0420-4950-8599-5D61E42844C7}" presName="childText" presStyleLbl="conFgAcc1" presStyleIdx="0" presStyleCnt="6">
        <dgm:presLayoutVars>
          <dgm:bulletEnabled val="1"/>
        </dgm:presLayoutVars>
      </dgm:prSet>
      <dgm:spPr/>
    </dgm:pt>
    <dgm:pt modelId="{2425BA58-3BB9-4CC0-BD72-228B47B9D6FA}" type="pres">
      <dgm:prSet presAssocID="{C88DA191-C9F2-43EF-A06E-10CA265761BA}" presName="spaceBetweenRectangles" presStyleCnt="0"/>
      <dgm:spPr/>
    </dgm:pt>
    <dgm:pt modelId="{593D7207-3F29-4997-AD00-6659D0FE4BDC}" type="pres">
      <dgm:prSet presAssocID="{74FFC7CF-9353-4ECA-811A-3EE1943FC128}" presName="parentLin" presStyleCnt="0"/>
      <dgm:spPr/>
    </dgm:pt>
    <dgm:pt modelId="{45EDDE80-771B-400B-AB26-64BA14BB7B99}" type="pres">
      <dgm:prSet presAssocID="{74FFC7CF-9353-4ECA-811A-3EE1943FC128}" presName="parentLeftMargin" presStyleLbl="node1" presStyleIdx="0" presStyleCnt="6"/>
      <dgm:spPr/>
    </dgm:pt>
    <dgm:pt modelId="{F8282CBF-27F6-4ADD-9DFF-8EBCC0CDEC1F}" type="pres">
      <dgm:prSet presAssocID="{74FFC7CF-9353-4ECA-811A-3EE1943FC128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A5A528C-C212-4342-84F8-3B880080CF30}" type="pres">
      <dgm:prSet presAssocID="{74FFC7CF-9353-4ECA-811A-3EE1943FC128}" presName="negativeSpace" presStyleCnt="0"/>
      <dgm:spPr/>
    </dgm:pt>
    <dgm:pt modelId="{62145AD8-B437-459E-AD89-90388481346C}" type="pres">
      <dgm:prSet presAssocID="{74FFC7CF-9353-4ECA-811A-3EE1943FC128}" presName="childText" presStyleLbl="conFgAcc1" presStyleIdx="1" presStyleCnt="6">
        <dgm:presLayoutVars>
          <dgm:bulletEnabled val="1"/>
        </dgm:presLayoutVars>
      </dgm:prSet>
      <dgm:spPr/>
    </dgm:pt>
    <dgm:pt modelId="{D0D19630-CF4B-40CC-8966-9663D1157DBE}" type="pres">
      <dgm:prSet presAssocID="{E1727B8B-05A5-4EF4-ADBA-965614DD9174}" presName="spaceBetweenRectangles" presStyleCnt="0"/>
      <dgm:spPr/>
    </dgm:pt>
    <dgm:pt modelId="{9206B7D5-071B-4B4F-A731-E943580D890E}" type="pres">
      <dgm:prSet presAssocID="{9D6F576C-BAE7-4268-B541-F30A072D39BF}" presName="parentLin" presStyleCnt="0"/>
      <dgm:spPr/>
    </dgm:pt>
    <dgm:pt modelId="{3EE6CC5F-B48A-4CCF-82F2-5D6AF82D7F04}" type="pres">
      <dgm:prSet presAssocID="{9D6F576C-BAE7-4268-B541-F30A072D39BF}" presName="parentLeftMargin" presStyleLbl="node1" presStyleIdx="1" presStyleCnt="6"/>
      <dgm:spPr/>
    </dgm:pt>
    <dgm:pt modelId="{47495466-F553-45F0-8EA9-A72DED6C190F}" type="pres">
      <dgm:prSet presAssocID="{9D6F576C-BAE7-4268-B541-F30A072D39BF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0324E2A-3630-4291-83C5-B8A80C339281}" type="pres">
      <dgm:prSet presAssocID="{9D6F576C-BAE7-4268-B541-F30A072D39BF}" presName="negativeSpace" presStyleCnt="0"/>
      <dgm:spPr/>
    </dgm:pt>
    <dgm:pt modelId="{7338D177-F5BE-47EE-B466-6A52A7BFC76B}" type="pres">
      <dgm:prSet presAssocID="{9D6F576C-BAE7-4268-B541-F30A072D39BF}" presName="childText" presStyleLbl="conFgAcc1" presStyleIdx="2" presStyleCnt="6">
        <dgm:presLayoutVars>
          <dgm:bulletEnabled val="1"/>
        </dgm:presLayoutVars>
      </dgm:prSet>
      <dgm:spPr/>
    </dgm:pt>
    <dgm:pt modelId="{52A24378-F8C2-4993-8210-5D4D7D53B1FD}" type="pres">
      <dgm:prSet presAssocID="{6C77BA3D-1B5D-4964-A9B2-C34358940351}" presName="spaceBetweenRectangles" presStyleCnt="0"/>
      <dgm:spPr/>
    </dgm:pt>
    <dgm:pt modelId="{BC948AC4-3FD5-4DB4-9B05-4807863B361A}" type="pres">
      <dgm:prSet presAssocID="{04311E82-1040-4326-9352-BC9F5E3AFA5A}" presName="parentLin" presStyleCnt="0"/>
      <dgm:spPr/>
    </dgm:pt>
    <dgm:pt modelId="{78BAB7DC-578C-4C44-B32E-A431B40A691E}" type="pres">
      <dgm:prSet presAssocID="{04311E82-1040-4326-9352-BC9F5E3AFA5A}" presName="parentLeftMargin" presStyleLbl="node1" presStyleIdx="2" presStyleCnt="6"/>
      <dgm:spPr/>
    </dgm:pt>
    <dgm:pt modelId="{B710921D-C0DD-4402-8E1A-F129835829C0}" type="pres">
      <dgm:prSet presAssocID="{04311E82-1040-4326-9352-BC9F5E3AFA5A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E60ED6C-F1E0-429C-9B05-52A972953F4A}" type="pres">
      <dgm:prSet presAssocID="{04311E82-1040-4326-9352-BC9F5E3AFA5A}" presName="negativeSpace" presStyleCnt="0"/>
      <dgm:spPr/>
    </dgm:pt>
    <dgm:pt modelId="{F9D998F6-B37C-4E90-AA94-1E687B568A7D}" type="pres">
      <dgm:prSet presAssocID="{04311E82-1040-4326-9352-BC9F5E3AFA5A}" presName="childText" presStyleLbl="conFgAcc1" presStyleIdx="3" presStyleCnt="6">
        <dgm:presLayoutVars>
          <dgm:bulletEnabled val="1"/>
        </dgm:presLayoutVars>
      </dgm:prSet>
      <dgm:spPr/>
    </dgm:pt>
    <dgm:pt modelId="{BDF679A2-D0BD-45B9-A923-286ED54E5C7B}" type="pres">
      <dgm:prSet presAssocID="{AE9098BF-83BE-4768-9F1F-F323EDB058C4}" presName="spaceBetweenRectangles" presStyleCnt="0"/>
      <dgm:spPr/>
    </dgm:pt>
    <dgm:pt modelId="{77DC8065-8722-4D03-B709-402146CD1D01}" type="pres">
      <dgm:prSet presAssocID="{88AB1E05-8ADC-478C-AC61-6C9FA9E978A3}" presName="parentLin" presStyleCnt="0"/>
      <dgm:spPr/>
    </dgm:pt>
    <dgm:pt modelId="{60393D3F-1509-49FB-B3C5-962BB6C65BCE}" type="pres">
      <dgm:prSet presAssocID="{88AB1E05-8ADC-478C-AC61-6C9FA9E978A3}" presName="parentLeftMargin" presStyleLbl="node1" presStyleIdx="3" presStyleCnt="6"/>
      <dgm:spPr/>
    </dgm:pt>
    <dgm:pt modelId="{753002D3-D023-451C-9956-9EA7FD01A3CB}" type="pres">
      <dgm:prSet presAssocID="{88AB1E05-8ADC-478C-AC61-6C9FA9E978A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A227945-3691-46EA-97D1-E89BC4E0F955}" type="pres">
      <dgm:prSet presAssocID="{88AB1E05-8ADC-478C-AC61-6C9FA9E978A3}" presName="negativeSpace" presStyleCnt="0"/>
      <dgm:spPr/>
    </dgm:pt>
    <dgm:pt modelId="{F163E6B6-32A9-41E8-ACF3-235EF570CA97}" type="pres">
      <dgm:prSet presAssocID="{88AB1E05-8ADC-478C-AC61-6C9FA9E978A3}" presName="childText" presStyleLbl="conFgAcc1" presStyleIdx="4" presStyleCnt="6">
        <dgm:presLayoutVars>
          <dgm:bulletEnabled val="1"/>
        </dgm:presLayoutVars>
      </dgm:prSet>
      <dgm:spPr/>
    </dgm:pt>
    <dgm:pt modelId="{ED4AF860-707D-4DD9-BDC7-9BF82735CE59}" type="pres">
      <dgm:prSet presAssocID="{B6FE838C-053C-495B-8B8D-CC9969067F52}" presName="spaceBetweenRectangles" presStyleCnt="0"/>
      <dgm:spPr/>
    </dgm:pt>
    <dgm:pt modelId="{FD6566A4-D19B-4DB3-A49E-9333609E707A}" type="pres">
      <dgm:prSet presAssocID="{A1DB511B-952A-4495-A59B-9AE7FB13EF02}" presName="parentLin" presStyleCnt="0"/>
      <dgm:spPr/>
    </dgm:pt>
    <dgm:pt modelId="{23BBBEA6-C618-4F8A-A49F-19FF1D139BCE}" type="pres">
      <dgm:prSet presAssocID="{A1DB511B-952A-4495-A59B-9AE7FB13EF02}" presName="parentLeftMargin" presStyleLbl="node1" presStyleIdx="4" presStyleCnt="6"/>
      <dgm:spPr/>
    </dgm:pt>
    <dgm:pt modelId="{A2B217AD-51C1-47A4-BECB-00D3CACC01AB}" type="pres">
      <dgm:prSet presAssocID="{A1DB511B-952A-4495-A59B-9AE7FB13EF02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38588E81-9DFC-44DF-8BAB-529EC23F230D}" type="pres">
      <dgm:prSet presAssocID="{A1DB511B-952A-4495-A59B-9AE7FB13EF02}" presName="negativeSpace" presStyleCnt="0"/>
      <dgm:spPr/>
    </dgm:pt>
    <dgm:pt modelId="{9758C9B5-F735-48EF-AE56-5903A8237133}" type="pres">
      <dgm:prSet presAssocID="{A1DB511B-952A-4495-A59B-9AE7FB13EF02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B6A40703-5C88-4FA7-A747-3BD2A4B6253B}" type="presOf" srcId="{04311E82-1040-4326-9352-BC9F5E3AFA5A}" destId="{B710921D-C0DD-4402-8E1A-F129835829C0}" srcOrd="1" destOrd="0" presId="urn:microsoft.com/office/officeart/2005/8/layout/list1"/>
    <dgm:cxn modelId="{D8407027-D8B9-4904-9F96-0D958C17192E}" srcId="{03CE7B15-4BEA-4C5E-893F-E996F30829BA}" destId="{CEACC17A-0420-4950-8599-5D61E42844C7}" srcOrd="0" destOrd="0" parTransId="{863B9147-52C2-4557-A6F7-6D1EAE25417C}" sibTransId="{C88DA191-C9F2-43EF-A06E-10CA265761BA}"/>
    <dgm:cxn modelId="{276B6341-13F8-4DFE-8B66-A028F51DC71F}" srcId="{03CE7B15-4BEA-4C5E-893F-E996F30829BA}" destId="{88AB1E05-8ADC-478C-AC61-6C9FA9E978A3}" srcOrd="4" destOrd="0" parTransId="{8672BEBD-29CB-4169-BE5E-C8D328C0DCC9}" sibTransId="{B6FE838C-053C-495B-8B8D-CC9969067F52}"/>
    <dgm:cxn modelId="{47733564-3525-4842-A07A-D754C44F737B}" type="presOf" srcId="{74FFC7CF-9353-4ECA-811A-3EE1943FC128}" destId="{F8282CBF-27F6-4ADD-9DFF-8EBCC0CDEC1F}" srcOrd="1" destOrd="0" presId="urn:microsoft.com/office/officeart/2005/8/layout/list1"/>
    <dgm:cxn modelId="{F8567C4A-2DBE-4ECD-9E6D-62BB7AB8EA27}" srcId="{03CE7B15-4BEA-4C5E-893F-E996F30829BA}" destId="{04311E82-1040-4326-9352-BC9F5E3AFA5A}" srcOrd="3" destOrd="0" parTransId="{C055D559-5CF1-4636-963C-1C5CC884AB0A}" sibTransId="{AE9098BF-83BE-4768-9F1F-F323EDB058C4}"/>
    <dgm:cxn modelId="{6574A56A-344D-4A1B-8C83-E084DBC42852}" srcId="{03CE7B15-4BEA-4C5E-893F-E996F30829BA}" destId="{A1DB511B-952A-4495-A59B-9AE7FB13EF02}" srcOrd="5" destOrd="0" parTransId="{6A4F60AF-EC2A-4330-83CB-C110507E4ABB}" sibTransId="{EBD9DF1C-9785-4EE5-AA25-ECA581C918FA}"/>
    <dgm:cxn modelId="{7C913C4B-A15F-4C19-B5F3-EB176413408A}" type="presOf" srcId="{88AB1E05-8ADC-478C-AC61-6C9FA9E978A3}" destId="{753002D3-D023-451C-9956-9EA7FD01A3CB}" srcOrd="1" destOrd="0" presId="urn:microsoft.com/office/officeart/2005/8/layout/list1"/>
    <dgm:cxn modelId="{4CDF6F4C-16CF-4675-9272-2A7A38551566}" type="presOf" srcId="{CEACC17A-0420-4950-8599-5D61E42844C7}" destId="{A4507F74-76F6-4E45-A59A-7A1F03448CC7}" srcOrd="0" destOrd="0" presId="urn:microsoft.com/office/officeart/2005/8/layout/list1"/>
    <dgm:cxn modelId="{F8A9F451-D930-4D1A-9023-2B06FB991CF9}" type="presOf" srcId="{9D6F576C-BAE7-4268-B541-F30A072D39BF}" destId="{47495466-F553-45F0-8EA9-A72DED6C190F}" srcOrd="1" destOrd="0" presId="urn:microsoft.com/office/officeart/2005/8/layout/list1"/>
    <dgm:cxn modelId="{89B99572-4EC2-4148-9939-D003774FD4DA}" type="presOf" srcId="{A1DB511B-952A-4495-A59B-9AE7FB13EF02}" destId="{23BBBEA6-C618-4F8A-A49F-19FF1D139BCE}" srcOrd="0" destOrd="0" presId="urn:microsoft.com/office/officeart/2005/8/layout/list1"/>
    <dgm:cxn modelId="{795AF47B-75DA-4D28-A369-1404714CE638}" type="presOf" srcId="{03CE7B15-4BEA-4C5E-893F-E996F30829BA}" destId="{BA5CF3C9-9D80-40EB-8BA5-C6F8BF13E032}" srcOrd="0" destOrd="0" presId="urn:microsoft.com/office/officeart/2005/8/layout/list1"/>
    <dgm:cxn modelId="{08F72281-3304-431F-8F09-B99974D1FB5B}" type="presOf" srcId="{74FFC7CF-9353-4ECA-811A-3EE1943FC128}" destId="{45EDDE80-771B-400B-AB26-64BA14BB7B99}" srcOrd="0" destOrd="0" presId="urn:microsoft.com/office/officeart/2005/8/layout/list1"/>
    <dgm:cxn modelId="{B0216F92-2F6D-47A0-AAF7-1E5158C199D9}" srcId="{03CE7B15-4BEA-4C5E-893F-E996F30829BA}" destId="{74FFC7CF-9353-4ECA-811A-3EE1943FC128}" srcOrd="1" destOrd="0" parTransId="{B2E8E74C-3350-40DE-A0A5-ADE908830B48}" sibTransId="{E1727B8B-05A5-4EF4-ADBA-965614DD9174}"/>
    <dgm:cxn modelId="{B12D019E-6686-4549-8714-104C43919AC9}" type="presOf" srcId="{A1DB511B-952A-4495-A59B-9AE7FB13EF02}" destId="{A2B217AD-51C1-47A4-BECB-00D3CACC01AB}" srcOrd="1" destOrd="0" presId="urn:microsoft.com/office/officeart/2005/8/layout/list1"/>
    <dgm:cxn modelId="{73A1BDA9-0115-4183-A8D7-46FADB8AE268}" srcId="{03CE7B15-4BEA-4C5E-893F-E996F30829BA}" destId="{9D6F576C-BAE7-4268-B541-F30A072D39BF}" srcOrd="2" destOrd="0" parTransId="{B3CE33DA-2F7B-4E0E-8676-ADB2304A819C}" sibTransId="{6C77BA3D-1B5D-4964-A9B2-C34358940351}"/>
    <dgm:cxn modelId="{D89CCDBD-AE99-4D9E-9007-44A602135E9F}" type="presOf" srcId="{CEACC17A-0420-4950-8599-5D61E42844C7}" destId="{E744D32B-7C4F-4D78-A38E-364471D9AC32}" srcOrd="1" destOrd="0" presId="urn:microsoft.com/office/officeart/2005/8/layout/list1"/>
    <dgm:cxn modelId="{248DA1E3-B74A-4063-A231-693D6879F202}" type="presOf" srcId="{04311E82-1040-4326-9352-BC9F5E3AFA5A}" destId="{78BAB7DC-578C-4C44-B32E-A431B40A691E}" srcOrd="0" destOrd="0" presId="urn:microsoft.com/office/officeart/2005/8/layout/list1"/>
    <dgm:cxn modelId="{01E596F3-7684-4ECA-8555-C1CD80CA9FD0}" type="presOf" srcId="{88AB1E05-8ADC-478C-AC61-6C9FA9E978A3}" destId="{60393D3F-1509-49FB-B3C5-962BB6C65BCE}" srcOrd="0" destOrd="0" presId="urn:microsoft.com/office/officeart/2005/8/layout/list1"/>
    <dgm:cxn modelId="{9089A1F7-B67E-4AAE-870E-CBF5DED06299}" type="presOf" srcId="{9D6F576C-BAE7-4268-B541-F30A072D39BF}" destId="{3EE6CC5F-B48A-4CCF-82F2-5D6AF82D7F04}" srcOrd="0" destOrd="0" presId="urn:microsoft.com/office/officeart/2005/8/layout/list1"/>
    <dgm:cxn modelId="{6D3C1135-03BC-47F9-9E4E-131C18CB6BCC}" type="presParOf" srcId="{BA5CF3C9-9D80-40EB-8BA5-C6F8BF13E032}" destId="{F15264DC-B189-4833-A5E7-1542BE515397}" srcOrd="0" destOrd="0" presId="urn:microsoft.com/office/officeart/2005/8/layout/list1"/>
    <dgm:cxn modelId="{B433A852-DD9E-4600-BBD3-55BC76D4BD07}" type="presParOf" srcId="{F15264DC-B189-4833-A5E7-1542BE515397}" destId="{A4507F74-76F6-4E45-A59A-7A1F03448CC7}" srcOrd="0" destOrd="0" presId="urn:microsoft.com/office/officeart/2005/8/layout/list1"/>
    <dgm:cxn modelId="{EF44903E-12A5-4883-8B36-6821E8D25503}" type="presParOf" srcId="{F15264DC-B189-4833-A5E7-1542BE515397}" destId="{E744D32B-7C4F-4D78-A38E-364471D9AC32}" srcOrd="1" destOrd="0" presId="urn:microsoft.com/office/officeart/2005/8/layout/list1"/>
    <dgm:cxn modelId="{771E6323-A360-4C29-B5CB-94453165D92E}" type="presParOf" srcId="{BA5CF3C9-9D80-40EB-8BA5-C6F8BF13E032}" destId="{8150E8B6-8E30-4D6F-9C3E-8C4EAE01917D}" srcOrd="1" destOrd="0" presId="urn:microsoft.com/office/officeart/2005/8/layout/list1"/>
    <dgm:cxn modelId="{839163B4-DDE7-4C6A-81B2-0E12D6C11BCA}" type="presParOf" srcId="{BA5CF3C9-9D80-40EB-8BA5-C6F8BF13E032}" destId="{137382F1-5A78-40FE-ADB5-7C8FF0FEAA06}" srcOrd="2" destOrd="0" presId="urn:microsoft.com/office/officeart/2005/8/layout/list1"/>
    <dgm:cxn modelId="{8D82AC43-3F3F-46A3-AECA-B3CEA803D563}" type="presParOf" srcId="{BA5CF3C9-9D80-40EB-8BA5-C6F8BF13E032}" destId="{2425BA58-3BB9-4CC0-BD72-228B47B9D6FA}" srcOrd="3" destOrd="0" presId="urn:microsoft.com/office/officeart/2005/8/layout/list1"/>
    <dgm:cxn modelId="{4CDF27A1-480C-49A6-AB9D-D33896E2237D}" type="presParOf" srcId="{BA5CF3C9-9D80-40EB-8BA5-C6F8BF13E032}" destId="{593D7207-3F29-4997-AD00-6659D0FE4BDC}" srcOrd="4" destOrd="0" presId="urn:microsoft.com/office/officeart/2005/8/layout/list1"/>
    <dgm:cxn modelId="{526EF913-8082-4052-9363-D53714E9E4D0}" type="presParOf" srcId="{593D7207-3F29-4997-AD00-6659D0FE4BDC}" destId="{45EDDE80-771B-400B-AB26-64BA14BB7B99}" srcOrd="0" destOrd="0" presId="urn:microsoft.com/office/officeart/2005/8/layout/list1"/>
    <dgm:cxn modelId="{6D88BD18-0056-40B0-97E0-44F62A0B2D32}" type="presParOf" srcId="{593D7207-3F29-4997-AD00-6659D0FE4BDC}" destId="{F8282CBF-27F6-4ADD-9DFF-8EBCC0CDEC1F}" srcOrd="1" destOrd="0" presId="urn:microsoft.com/office/officeart/2005/8/layout/list1"/>
    <dgm:cxn modelId="{3A852676-64C2-4D74-AEBA-D49D7C2FD126}" type="presParOf" srcId="{BA5CF3C9-9D80-40EB-8BA5-C6F8BF13E032}" destId="{7A5A528C-C212-4342-84F8-3B880080CF30}" srcOrd="5" destOrd="0" presId="urn:microsoft.com/office/officeart/2005/8/layout/list1"/>
    <dgm:cxn modelId="{82582AD2-BD63-4CC0-844A-7D48330DC2BF}" type="presParOf" srcId="{BA5CF3C9-9D80-40EB-8BA5-C6F8BF13E032}" destId="{62145AD8-B437-459E-AD89-90388481346C}" srcOrd="6" destOrd="0" presId="urn:microsoft.com/office/officeart/2005/8/layout/list1"/>
    <dgm:cxn modelId="{3B3AFC8B-92E1-4FBE-8898-F56D377C50F8}" type="presParOf" srcId="{BA5CF3C9-9D80-40EB-8BA5-C6F8BF13E032}" destId="{D0D19630-CF4B-40CC-8966-9663D1157DBE}" srcOrd="7" destOrd="0" presId="urn:microsoft.com/office/officeart/2005/8/layout/list1"/>
    <dgm:cxn modelId="{CEF8B995-1AC8-4938-B89A-36682422E534}" type="presParOf" srcId="{BA5CF3C9-9D80-40EB-8BA5-C6F8BF13E032}" destId="{9206B7D5-071B-4B4F-A731-E943580D890E}" srcOrd="8" destOrd="0" presId="urn:microsoft.com/office/officeart/2005/8/layout/list1"/>
    <dgm:cxn modelId="{534D5600-5E81-42FC-AD9B-40A8698D38DC}" type="presParOf" srcId="{9206B7D5-071B-4B4F-A731-E943580D890E}" destId="{3EE6CC5F-B48A-4CCF-82F2-5D6AF82D7F04}" srcOrd="0" destOrd="0" presId="urn:microsoft.com/office/officeart/2005/8/layout/list1"/>
    <dgm:cxn modelId="{241C81E4-ADFA-4A0F-A5AC-4EAC7990B22B}" type="presParOf" srcId="{9206B7D5-071B-4B4F-A731-E943580D890E}" destId="{47495466-F553-45F0-8EA9-A72DED6C190F}" srcOrd="1" destOrd="0" presId="urn:microsoft.com/office/officeart/2005/8/layout/list1"/>
    <dgm:cxn modelId="{AC8354BF-D3AD-4467-9881-9769A14D09C5}" type="presParOf" srcId="{BA5CF3C9-9D80-40EB-8BA5-C6F8BF13E032}" destId="{F0324E2A-3630-4291-83C5-B8A80C339281}" srcOrd="9" destOrd="0" presId="urn:microsoft.com/office/officeart/2005/8/layout/list1"/>
    <dgm:cxn modelId="{8351CE3D-E9F1-4A47-B20C-2B9B6DC12E74}" type="presParOf" srcId="{BA5CF3C9-9D80-40EB-8BA5-C6F8BF13E032}" destId="{7338D177-F5BE-47EE-B466-6A52A7BFC76B}" srcOrd="10" destOrd="0" presId="urn:microsoft.com/office/officeart/2005/8/layout/list1"/>
    <dgm:cxn modelId="{0DFCECF0-712C-412B-82A3-0E29B9788189}" type="presParOf" srcId="{BA5CF3C9-9D80-40EB-8BA5-C6F8BF13E032}" destId="{52A24378-F8C2-4993-8210-5D4D7D53B1FD}" srcOrd="11" destOrd="0" presId="urn:microsoft.com/office/officeart/2005/8/layout/list1"/>
    <dgm:cxn modelId="{39C920DC-13C5-4FE1-80D5-10F29AA2DADB}" type="presParOf" srcId="{BA5CF3C9-9D80-40EB-8BA5-C6F8BF13E032}" destId="{BC948AC4-3FD5-4DB4-9B05-4807863B361A}" srcOrd="12" destOrd="0" presId="urn:microsoft.com/office/officeart/2005/8/layout/list1"/>
    <dgm:cxn modelId="{7F27C5AE-6CAD-4CBA-B040-30F2C2C3537C}" type="presParOf" srcId="{BC948AC4-3FD5-4DB4-9B05-4807863B361A}" destId="{78BAB7DC-578C-4C44-B32E-A431B40A691E}" srcOrd="0" destOrd="0" presId="urn:microsoft.com/office/officeart/2005/8/layout/list1"/>
    <dgm:cxn modelId="{17D2AE16-C758-4B90-AACD-DD6A28350C3C}" type="presParOf" srcId="{BC948AC4-3FD5-4DB4-9B05-4807863B361A}" destId="{B710921D-C0DD-4402-8E1A-F129835829C0}" srcOrd="1" destOrd="0" presId="urn:microsoft.com/office/officeart/2005/8/layout/list1"/>
    <dgm:cxn modelId="{E63D91FF-2A8B-4A90-9A86-CAFB9F57ED1B}" type="presParOf" srcId="{BA5CF3C9-9D80-40EB-8BA5-C6F8BF13E032}" destId="{6E60ED6C-F1E0-429C-9B05-52A972953F4A}" srcOrd="13" destOrd="0" presId="urn:microsoft.com/office/officeart/2005/8/layout/list1"/>
    <dgm:cxn modelId="{FC001B4D-75B7-4BF9-9B11-7915DF5E71CD}" type="presParOf" srcId="{BA5CF3C9-9D80-40EB-8BA5-C6F8BF13E032}" destId="{F9D998F6-B37C-4E90-AA94-1E687B568A7D}" srcOrd="14" destOrd="0" presId="urn:microsoft.com/office/officeart/2005/8/layout/list1"/>
    <dgm:cxn modelId="{16EF616D-E5EF-4786-A94B-9F936D681D71}" type="presParOf" srcId="{BA5CF3C9-9D80-40EB-8BA5-C6F8BF13E032}" destId="{BDF679A2-D0BD-45B9-A923-286ED54E5C7B}" srcOrd="15" destOrd="0" presId="urn:microsoft.com/office/officeart/2005/8/layout/list1"/>
    <dgm:cxn modelId="{CAA9396F-7F9F-4103-A572-513AC5215400}" type="presParOf" srcId="{BA5CF3C9-9D80-40EB-8BA5-C6F8BF13E032}" destId="{77DC8065-8722-4D03-B709-402146CD1D01}" srcOrd="16" destOrd="0" presId="urn:microsoft.com/office/officeart/2005/8/layout/list1"/>
    <dgm:cxn modelId="{F1CA19F9-E8F2-4318-BC34-32EF35FEC2B1}" type="presParOf" srcId="{77DC8065-8722-4D03-B709-402146CD1D01}" destId="{60393D3F-1509-49FB-B3C5-962BB6C65BCE}" srcOrd="0" destOrd="0" presId="urn:microsoft.com/office/officeart/2005/8/layout/list1"/>
    <dgm:cxn modelId="{08A74794-AFB0-4B78-AF92-D9088EE61201}" type="presParOf" srcId="{77DC8065-8722-4D03-B709-402146CD1D01}" destId="{753002D3-D023-451C-9956-9EA7FD01A3CB}" srcOrd="1" destOrd="0" presId="urn:microsoft.com/office/officeart/2005/8/layout/list1"/>
    <dgm:cxn modelId="{0E7F9884-F429-433D-AE5E-62D5C478B416}" type="presParOf" srcId="{BA5CF3C9-9D80-40EB-8BA5-C6F8BF13E032}" destId="{6A227945-3691-46EA-97D1-E89BC4E0F955}" srcOrd="17" destOrd="0" presId="urn:microsoft.com/office/officeart/2005/8/layout/list1"/>
    <dgm:cxn modelId="{510ED438-A53F-4C05-956B-2F8620B42CC6}" type="presParOf" srcId="{BA5CF3C9-9D80-40EB-8BA5-C6F8BF13E032}" destId="{F163E6B6-32A9-41E8-ACF3-235EF570CA97}" srcOrd="18" destOrd="0" presId="urn:microsoft.com/office/officeart/2005/8/layout/list1"/>
    <dgm:cxn modelId="{4CC86FC3-35DA-4F41-87E8-FD21F8E52F1A}" type="presParOf" srcId="{BA5CF3C9-9D80-40EB-8BA5-C6F8BF13E032}" destId="{ED4AF860-707D-4DD9-BDC7-9BF82735CE59}" srcOrd="19" destOrd="0" presId="urn:microsoft.com/office/officeart/2005/8/layout/list1"/>
    <dgm:cxn modelId="{E68F3820-ED29-46BA-AFB7-E0688CE10744}" type="presParOf" srcId="{BA5CF3C9-9D80-40EB-8BA5-C6F8BF13E032}" destId="{FD6566A4-D19B-4DB3-A49E-9333609E707A}" srcOrd="20" destOrd="0" presId="urn:microsoft.com/office/officeart/2005/8/layout/list1"/>
    <dgm:cxn modelId="{BA4B5FDA-0A19-40BF-9B2D-3D1B439C9B5F}" type="presParOf" srcId="{FD6566A4-D19B-4DB3-A49E-9333609E707A}" destId="{23BBBEA6-C618-4F8A-A49F-19FF1D139BCE}" srcOrd="0" destOrd="0" presId="urn:microsoft.com/office/officeart/2005/8/layout/list1"/>
    <dgm:cxn modelId="{B1C19E35-69FA-4B5E-9FCE-43847D777C98}" type="presParOf" srcId="{FD6566A4-D19B-4DB3-A49E-9333609E707A}" destId="{A2B217AD-51C1-47A4-BECB-00D3CACC01AB}" srcOrd="1" destOrd="0" presId="urn:microsoft.com/office/officeart/2005/8/layout/list1"/>
    <dgm:cxn modelId="{8E307CBE-8BBA-407D-9A00-5791ADB10BDA}" type="presParOf" srcId="{BA5CF3C9-9D80-40EB-8BA5-C6F8BF13E032}" destId="{38588E81-9DFC-44DF-8BAB-529EC23F230D}" srcOrd="21" destOrd="0" presId="urn:microsoft.com/office/officeart/2005/8/layout/list1"/>
    <dgm:cxn modelId="{5399E161-D177-4DCD-BFBE-84C387422C33}" type="presParOf" srcId="{BA5CF3C9-9D80-40EB-8BA5-C6F8BF13E032}" destId="{9758C9B5-F735-48EF-AE56-5903A8237133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C6BA8D-B508-400B-94EE-B99B0241CEF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2C943974-ED36-4FE2-88B5-7F0468643E9C}">
      <dgm:prSet/>
      <dgm:spPr/>
      <dgm:t>
        <a:bodyPr/>
        <a:lstStyle/>
        <a:p>
          <a:r>
            <a:rPr lang="en-US"/>
            <a:t>Title: Why Insider Threats Matter &amp; Role of AI/ML</a:t>
          </a:r>
        </a:p>
      </dgm:t>
    </dgm:pt>
    <dgm:pt modelId="{42934DA9-EEBD-4911-BDFD-A28717AC826B}" type="parTrans" cxnId="{D38778F0-5716-4836-93D6-6F5FB0D9AA63}">
      <dgm:prSet/>
      <dgm:spPr/>
      <dgm:t>
        <a:bodyPr/>
        <a:lstStyle/>
        <a:p>
          <a:endParaRPr lang="en-US"/>
        </a:p>
      </dgm:t>
    </dgm:pt>
    <dgm:pt modelId="{A6B9F369-B67D-451F-877F-9E1F6DFC79EA}" type="sibTrans" cxnId="{D38778F0-5716-4836-93D6-6F5FB0D9AA6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E5822E2-46B5-4A9A-9AD3-860A53A1AEE5}">
      <dgm:prSet/>
      <dgm:spPr/>
      <dgm:t>
        <a:bodyPr/>
        <a:lstStyle/>
        <a:p>
          <a:r>
            <a:rPr lang="en-US"/>
            <a:t>1. Insider threats originate from within the organization: employees, contractors or trusted users who misuse access to systems.</a:t>
          </a:r>
        </a:p>
      </dgm:t>
    </dgm:pt>
    <dgm:pt modelId="{FA3DEF5D-AF3F-4917-A6E5-8BDECAA454E3}" type="parTrans" cxnId="{1ACB93E3-4F06-45B2-836A-BFCAC1A2CA04}">
      <dgm:prSet/>
      <dgm:spPr/>
      <dgm:t>
        <a:bodyPr/>
        <a:lstStyle/>
        <a:p>
          <a:endParaRPr lang="en-US"/>
        </a:p>
      </dgm:t>
    </dgm:pt>
    <dgm:pt modelId="{4D710884-EEC9-42CE-9BF7-5957E41B0235}" type="sibTrans" cxnId="{1ACB93E3-4F06-45B2-836A-BFCAC1A2CA0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F4C84F2-4CB6-4468-9FAC-287E86538251}">
      <dgm:prSet/>
      <dgm:spPr/>
      <dgm:t>
        <a:bodyPr/>
        <a:lstStyle/>
        <a:p>
          <a:r>
            <a:rPr lang="en-US"/>
            <a:t>2. These threats are difficult to detect, because insiders often have legitimate access and can behave normally for long times before malicious activity.</a:t>
          </a:r>
        </a:p>
      </dgm:t>
    </dgm:pt>
    <dgm:pt modelId="{EA1BE859-1BE8-433E-A3CE-1862BC65E59E}" type="parTrans" cxnId="{67E98BB0-A457-4BA1-B4BF-E536B5576AFA}">
      <dgm:prSet/>
      <dgm:spPr/>
      <dgm:t>
        <a:bodyPr/>
        <a:lstStyle/>
        <a:p>
          <a:endParaRPr lang="en-US"/>
        </a:p>
      </dgm:t>
    </dgm:pt>
    <dgm:pt modelId="{67430D54-8A6C-4CDB-AF69-8FC86661B716}" type="sibTrans" cxnId="{67E98BB0-A457-4BA1-B4BF-E536B5576AF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8870D1D-1A23-4060-856D-DF5BE623BD49}">
      <dgm:prSet/>
      <dgm:spPr/>
      <dgm:t>
        <a:bodyPr/>
        <a:lstStyle/>
        <a:p>
          <a:r>
            <a:rPr lang="en-US"/>
            <a:t>3. Traditional signature-based methods and rule-  based security systems often fail to detect evolving or stealthy insider attacks.</a:t>
          </a:r>
        </a:p>
      </dgm:t>
    </dgm:pt>
    <dgm:pt modelId="{AC29D8FF-15BD-446E-9313-509A9B6CC756}" type="parTrans" cxnId="{0B01CFE3-EAE4-45D4-B4F6-9AF9DF2F8693}">
      <dgm:prSet/>
      <dgm:spPr/>
      <dgm:t>
        <a:bodyPr/>
        <a:lstStyle/>
        <a:p>
          <a:endParaRPr lang="en-US"/>
        </a:p>
      </dgm:t>
    </dgm:pt>
    <dgm:pt modelId="{3756CF19-1068-417A-A4A8-6A55F294C7E2}" type="sibTrans" cxnId="{0B01CFE3-EAE4-45D4-B4F6-9AF9DF2F8693}">
      <dgm:prSet/>
      <dgm:spPr/>
      <dgm:t>
        <a:bodyPr/>
        <a:lstStyle/>
        <a:p>
          <a:endParaRPr lang="en-US"/>
        </a:p>
      </dgm:t>
    </dgm:pt>
    <dgm:pt modelId="{3B7616D7-D8DB-4167-BF09-FB94675AEDCF}" type="pres">
      <dgm:prSet presAssocID="{99C6BA8D-B508-400B-94EE-B99B0241CEF2}" presName="root" presStyleCnt="0">
        <dgm:presLayoutVars>
          <dgm:dir/>
          <dgm:resizeHandles val="exact"/>
        </dgm:presLayoutVars>
      </dgm:prSet>
      <dgm:spPr/>
    </dgm:pt>
    <dgm:pt modelId="{7C0588C7-E6AF-495E-89B0-EDEE8AE25E7F}" type="pres">
      <dgm:prSet presAssocID="{2C943974-ED36-4FE2-88B5-7F0468643E9C}" presName="compNode" presStyleCnt="0"/>
      <dgm:spPr/>
    </dgm:pt>
    <dgm:pt modelId="{A4C0A393-EA84-4A91-95A9-B0D8E120258C}" type="pres">
      <dgm:prSet presAssocID="{2C943974-ED36-4FE2-88B5-7F0468643E9C}" presName="bgRect" presStyleLbl="bgShp" presStyleIdx="0" presStyleCnt="4"/>
      <dgm:spPr/>
    </dgm:pt>
    <dgm:pt modelId="{3FE819F9-025D-4041-B0D3-E86A083559B8}" type="pres">
      <dgm:prSet presAssocID="{2C943974-ED36-4FE2-88B5-7F0468643E9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4109E6BC-07B2-4749-BEBB-22B61F56DBB1}" type="pres">
      <dgm:prSet presAssocID="{2C943974-ED36-4FE2-88B5-7F0468643E9C}" presName="spaceRect" presStyleCnt="0"/>
      <dgm:spPr/>
    </dgm:pt>
    <dgm:pt modelId="{DC5397E0-E6CA-408F-8671-A4682F4A2837}" type="pres">
      <dgm:prSet presAssocID="{2C943974-ED36-4FE2-88B5-7F0468643E9C}" presName="parTx" presStyleLbl="revTx" presStyleIdx="0" presStyleCnt="4">
        <dgm:presLayoutVars>
          <dgm:chMax val="0"/>
          <dgm:chPref val="0"/>
        </dgm:presLayoutVars>
      </dgm:prSet>
      <dgm:spPr/>
    </dgm:pt>
    <dgm:pt modelId="{B6BF20A7-D8DE-4385-B2C3-07B2171E15F3}" type="pres">
      <dgm:prSet presAssocID="{A6B9F369-B67D-451F-877F-9E1F6DFC79EA}" presName="sibTrans" presStyleCnt="0"/>
      <dgm:spPr/>
    </dgm:pt>
    <dgm:pt modelId="{7EEEE0A5-2155-487B-A81F-DF61466AAF4D}" type="pres">
      <dgm:prSet presAssocID="{EE5822E2-46B5-4A9A-9AD3-860A53A1AEE5}" presName="compNode" presStyleCnt="0"/>
      <dgm:spPr/>
    </dgm:pt>
    <dgm:pt modelId="{E6C787D0-EC0F-4F4E-A554-67228CC35761}" type="pres">
      <dgm:prSet presAssocID="{EE5822E2-46B5-4A9A-9AD3-860A53A1AEE5}" presName="bgRect" presStyleLbl="bgShp" presStyleIdx="1" presStyleCnt="4"/>
      <dgm:spPr/>
    </dgm:pt>
    <dgm:pt modelId="{D382C0D4-4AF0-47C3-8251-CCE1B53EA6A2}" type="pres">
      <dgm:prSet presAssocID="{EE5822E2-46B5-4A9A-9AD3-860A53A1AEE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4387D475-6DAB-40E3-867F-4E4D75A540D6}" type="pres">
      <dgm:prSet presAssocID="{EE5822E2-46B5-4A9A-9AD3-860A53A1AEE5}" presName="spaceRect" presStyleCnt="0"/>
      <dgm:spPr/>
    </dgm:pt>
    <dgm:pt modelId="{2AD5B561-4FBD-4B82-8C83-D3575DCB75C9}" type="pres">
      <dgm:prSet presAssocID="{EE5822E2-46B5-4A9A-9AD3-860A53A1AEE5}" presName="parTx" presStyleLbl="revTx" presStyleIdx="1" presStyleCnt="4">
        <dgm:presLayoutVars>
          <dgm:chMax val="0"/>
          <dgm:chPref val="0"/>
        </dgm:presLayoutVars>
      </dgm:prSet>
      <dgm:spPr/>
    </dgm:pt>
    <dgm:pt modelId="{9C6DB7E6-F58B-408A-9485-46DBCCAF1ADA}" type="pres">
      <dgm:prSet presAssocID="{4D710884-EEC9-42CE-9BF7-5957E41B0235}" presName="sibTrans" presStyleCnt="0"/>
      <dgm:spPr/>
    </dgm:pt>
    <dgm:pt modelId="{255F1812-D857-4BDD-822E-B4443883E183}" type="pres">
      <dgm:prSet presAssocID="{2F4C84F2-4CB6-4468-9FAC-287E86538251}" presName="compNode" presStyleCnt="0"/>
      <dgm:spPr/>
    </dgm:pt>
    <dgm:pt modelId="{73541399-E0C4-463C-894F-297C86028578}" type="pres">
      <dgm:prSet presAssocID="{2F4C84F2-4CB6-4468-9FAC-287E86538251}" presName="bgRect" presStyleLbl="bgShp" presStyleIdx="2" presStyleCnt="4"/>
      <dgm:spPr/>
    </dgm:pt>
    <dgm:pt modelId="{F9385D6F-2D67-4C02-8E13-33875B1BA8CE}" type="pres">
      <dgm:prSet presAssocID="{2F4C84F2-4CB6-4468-9FAC-287E8653825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nger"/>
        </a:ext>
      </dgm:extLst>
    </dgm:pt>
    <dgm:pt modelId="{7620EAD2-EAB6-4736-9E11-0A66B5272C8D}" type="pres">
      <dgm:prSet presAssocID="{2F4C84F2-4CB6-4468-9FAC-287E86538251}" presName="spaceRect" presStyleCnt="0"/>
      <dgm:spPr/>
    </dgm:pt>
    <dgm:pt modelId="{35AB0A10-79B5-41BB-B6D6-626BCDF46BBC}" type="pres">
      <dgm:prSet presAssocID="{2F4C84F2-4CB6-4468-9FAC-287E86538251}" presName="parTx" presStyleLbl="revTx" presStyleIdx="2" presStyleCnt="4">
        <dgm:presLayoutVars>
          <dgm:chMax val="0"/>
          <dgm:chPref val="0"/>
        </dgm:presLayoutVars>
      </dgm:prSet>
      <dgm:spPr/>
    </dgm:pt>
    <dgm:pt modelId="{9F7F2F97-899E-4D6D-9843-6CE125B3CB23}" type="pres">
      <dgm:prSet presAssocID="{67430D54-8A6C-4CDB-AF69-8FC86661B716}" presName="sibTrans" presStyleCnt="0"/>
      <dgm:spPr/>
    </dgm:pt>
    <dgm:pt modelId="{1BB8362B-C655-4B4B-AFE0-620DF20BE3F7}" type="pres">
      <dgm:prSet presAssocID="{28870D1D-1A23-4060-856D-DF5BE623BD49}" presName="compNode" presStyleCnt="0"/>
      <dgm:spPr/>
    </dgm:pt>
    <dgm:pt modelId="{CF9A41B0-59CF-4D48-9B72-D1047205C821}" type="pres">
      <dgm:prSet presAssocID="{28870D1D-1A23-4060-856D-DF5BE623BD49}" presName="bgRect" presStyleLbl="bgShp" presStyleIdx="3" presStyleCnt="4"/>
      <dgm:spPr/>
    </dgm:pt>
    <dgm:pt modelId="{D2586937-83DE-433B-8282-D3992437844A}" type="pres">
      <dgm:prSet presAssocID="{28870D1D-1A23-4060-856D-DF5BE623BD4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FDAF6754-A851-46CD-8889-2B1ADDE07F91}" type="pres">
      <dgm:prSet presAssocID="{28870D1D-1A23-4060-856D-DF5BE623BD49}" presName="spaceRect" presStyleCnt="0"/>
      <dgm:spPr/>
    </dgm:pt>
    <dgm:pt modelId="{23F599E0-BC01-4E25-8BA2-3A168A68F0C0}" type="pres">
      <dgm:prSet presAssocID="{28870D1D-1A23-4060-856D-DF5BE623BD4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662E93C-4F4C-45ED-95D7-42CA3F5807DB}" type="presOf" srcId="{2F4C84F2-4CB6-4468-9FAC-287E86538251}" destId="{35AB0A10-79B5-41BB-B6D6-626BCDF46BBC}" srcOrd="0" destOrd="0" presId="urn:microsoft.com/office/officeart/2018/2/layout/IconVerticalSolidList"/>
    <dgm:cxn modelId="{BCEC5E51-F261-4566-8F18-13C30F6B4911}" type="presOf" srcId="{99C6BA8D-B508-400B-94EE-B99B0241CEF2}" destId="{3B7616D7-D8DB-4167-BF09-FB94675AEDCF}" srcOrd="0" destOrd="0" presId="urn:microsoft.com/office/officeart/2018/2/layout/IconVerticalSolidList"/>
    <dgm:cxn modelId="{D3B37196-24E7-481C-A803-63B69DEF001A}" type="presOf" srcId="{2C943974-ED36-4FE2-88B5-7F0468643E9C}" destId="{DC5397E0-E6CA-408F-8671-A4682F4A2837}" srcOrd="0" destOrd="0" presId="urn:microsoft.com/office/officeart/2018/2/layout/IconVerticalSolidList"/>
    <dgm:cxn modelId="{34E4C9AE-FE5F-4AB3-8B7F-75E9A4AB62C9}" type="presOf" srcId="{EE5822E2-46B5-4A9A-9AD3-860A53A1AEE5}" destId="{2AD5B561-4FBD-4B82-8C83-D3575DCB75C9}" srcOrd="0" destOrd="0" presId="urn:microsoft.com/office/officeart/2018/2/layout/IconVerticalSolidList"/>
    <dgm:cxn modelId="{67E98BB0-A457-4BA1-B4BF-E536B5576AFA}" srcId="{99C6BA8D-B508-400B-94EE-B99B0241CEF2}" destId="{2F4C84F2-4CB6-4468-9FAC-287E86538251}" srcOrd="2" destOrd="0" parTransId="{EA1BE859-1BE8-433E-A3CE-1862BC65E59E}" sibTransId="{67430D54-8A6C-4CDB-AF69-8FC86661B716}"/>
    <dgm:cxn modelId="{81C499E1-2A1E-4D60-A988-1EC87C530926}" type="presOf" srcId="{28870D1D-1A23-4060-856D-DF5BE623BD49}" destId="{23F599E0-BC01-4E25-8BA2-3A168A68F0C0}" srcOrd="0" destOrd="0" presId="urn:microsoft.com/office/officeart/2018/2/layout/IconVerticalSolidList"/>
    <dgm:cxn modelId="{1ACB93E3-4F06-45B2-836A-BFCAC1A2CA04}" srcId="{99C6BA8D-B508-400B-94EE-B99B0241CEF2}" destId="{EE5822E2-46B5-4A9A-9AD3-860A53A1AEE5}" srcOrd="1" destOrd="0" parTransId="{FA3DEF5D-AF3F-4917-A6E5-8BDECAA454E3}" sibTransId="{4D710884-EEC9-42CE-9BF7-5957E41B0235}"/>
    <dgm:cxn modelId="{0B01CFE3-EAE4-45D4-B4F6-9AF9DF2F8693}" srcId="{99C6BA8D-B508-400B-94EE-B99B0241CEF2}" destId="{28870D1D-1A23-4060-856D-DF5BE623BD49}" srcOrd="3" destOrd="0" parTransId="{AC29D8FF-15BD-446E-9313-509A9B6CC756}" sibTransId="{3756CF19-1068-417A-A4A8-6A55F294C7E2}"/>
    <dgm:cxn modelId="{D38778F0-5716-4836-93D6-6F5FB0D9AA63}" srcId="{99C6BA8D-B508-400B-94EE-B99B0241CEF2}" destId="{2C943974-ED36-4FE2-88B5-7F0468643E9C}" srcOrd="0" destOrd="0" parTransId="{42934DA9-EEBD-4911-BDFD-A28717AC826B}" sibTransId="{A6B9F369-B67D-451F-877F-9E1F6DFC79EA}"/>
    <dgm:cxn modelId="{1FA5866D-533C-4E0A-B76D-E5236AAD98E0}" type="presParOf" srcId="{3B7616D7-D8DB-4167-BF09-FB94675AEDCF}" destId="{7C0588C7-E6AF-495E-89B0-EDEE8AE25E7F}" srcOrd="0" destOrd="0" presId="urn:microsoft.com/office/officeart/2018/2/layout/IconVerticalSolidList"/>
    <dgm:cxn modelId="{C93D0D3F-2329-4F10-B86D-A9D25EAA2864}" type="presParOf" srcId="{7C0588C7-E6AF-495E-89B0-EDEE8AE25E7F}" destId="{A4C0A393-EA84-4A91-95A9-B0D8E120258C}" srcOrd="0" destOrd="0" presId="urn:microsoft.com/office/officeart/2018/2/layout/IconVerticalSolidList"/>
    <dgm:cxn modelId="{C636C373-A1A0-4507-AFFE-DA675DEE25DF}" type="presParOf" srcId="{7C0588C7-E6AF-495E-89B0-EDEE8AE25E7F}" destId="{3FE819F9-025D-4041-B0D3-E86A083559B8}" srcOrd="1" destOrd="0" presId="urn:microsoft.com/office/officeart/2018/2/layout/IconVerticalSolidList"/>
    <dgm:cxn modelId="{C5E9E22F-E98F-4F81-90EC-3902695E8C27}" type="presParOf" srcId="{7C0588C7-E6AF-495E-89B0-EDEE8AE25E7F}" destId="{4109E6BC-07B2-4749-BEBB-22B61F56DBB1}" srcOrd="2" destOrd="0" presId="urn:microsoft.com/office/officeart/2018/2/layout/IconVerticalSolidList"/>
    <dgm:cxn modelId="{32E68E29-7E59-40D0-9CBF-C50F12224736}" type="presParOf" srcId="{7C0588C7-E6AF-495E-89B0-EDEE8AE25E7F}" destId="{DC5397E0-E6CA-408F-8671-A4682F4A2837}" srcOrd="3" destOrd="0" presId="urn:microsoft.com/office/officeart/2018/2/layout/IconVerticalSolidList"/>
    <dgm:cxn modelId="{B1FA96C9-EA0A-44DA-A74D-90E0E91B258C}" type="presParOf" srcId="{3B7616D7-D8DB-4167-BF09-FB94675AEDCF}" destId="{B6BF20A7-D8DE-4385-B2C3-07B2171E15F3}" srcOrd="1" destOrd="0" presId="urn:microsoft.com/office/officeart/2018/2/layout/IconVerticalSolidList"/>
    <dgm:cxn modelId="{D7ABCE29-1009-4904-9196-3F0628596A9A}" type="presParOf" srcId="{3B7616D7-D8DB-4167-BF09-FB94675AEDCF}" destId="{7EEEE0A5-2155-487B-A81F-DF61466AAF4D}" srcOrd="2" destOrd="0" presId="urn:microsoft.com/office/officeart/2018/2/layout/IconVerticalSolidList"/>
    <dgm:cxn modelId="{047F8463-E9E2-4CD3-97FC-5C3177963DC2}" type="presParOf" srcId="{7EEEE0A5-2155-487B-A81F-DF61466AAF4D}" destId="{E6C787D0-EC0F-4F4E-A554-67228CC35761}" srcOrd="0" destOrd="0" presId="urn:microsoft.com/office/officeart/2018/2/layout/IconVerticalSolidList"/>
    <dgm:cxn modelId="{33B65E8E-3FE3-4B4E-B128-B0C43104DE81}" type="presParOf" srcId="{7EEEE0A5-2155-487B-A81F-DF61466AAF4D}" destId="{D382C0D4-4AF0-47C3-8251-CCE1B53EA6A2}" srcOrd="1" destOrd="0" presId="urn:microsoft.com/office/officeart/2018/2/layout/IconVerticalSolidList"/>
    <dgm:cxn modelId="{C7AB3B23-B542-46C3-9C80-6023825EE92A}" type="presParOf" srcId="{7EEEE0A5-2155-487B-A81F-DF61466AAF4D}" destId="{4387D475-6DAB-40E3-867F-4E4D75A540D6}" srcOrd="2" destOrd="0" presId="urn:microsoft.com/office/officeart/2018/2/layout/IconVerticalSolidList"/>
    <dgm:cxn modelId="{1B3318EC-2D26-45B9-A9F6-4F877DC1962E}" type="presParOf" srcId="{7EEEE0A5-2155-487B-A81F-DF61466AAF4D}" destId="{2AD5B561-4FBD-4B82-8C83-D3575DCB75C9}" srcOrd="3" destOrd="0" presId="urn:microsoft.com/office/officeart/2018/2/layout/IconVerticalSolidList"/>
    <dgm:cxn modelId="{250EE335-27BC-42D2-B435-487712737896}" type="presParOf" srcId="{3B7616D7-D8DB-4167-BF09-FB94675AEDCF}" destId="{9C6DB7E6-F58B-408A-9485-46DBCCAF1ADA}" srcOrd="3" destOrd="0" presId="urn:microsoft.com/office/officeart/2018/2/layout/IconVerticalSolidList"/>
    <dgm:cxn modelId="{3111C2ED-27E9-4488-AF7B-B5C5A11E36B1}" type="presParOf" srcId="{3B7616D7-D8DB-4167-BF09-FB94675AEDCF}" destId="{255F1812-D857-4BDD-822E-B4443883E183}" srcOrd="4" destOrd="0" presId="urn:microsoft.com/office/officeart/2018/2/layout/IconVerticalSolidList"/>
    <dgm:cxn modelId="{6F890FE8-D7F1-43DF-8753-FEC81CB9BB36}" type="presParOf" srcId="{255F1812-D857-4BDD-822E-B4443883E183}" destId="{73541399-E0C4-463C-894F-297C86028578}" srcOrd="0" destOrd="0" presId="urn:microsoft.com/office/officeart/2018/2/layout/IconVerticalSolidList"/>
    <dgm:cxn modelId="{04D6640B-7F8D-4E1E-9FE3-78944DF41862}" type="presParOf" srcId="{255F1812-D857-4BDD-822E-B4443883E183}" destId="{F9385D6F-2D67-4C02-8E13-33875B1BA8CE}" srcOrd="1" destOrd="0" presId="urn:microsoft.com/office/officeart/2018/2/layout/IconVerticalSolidList"/>
    <dgm:cxn modelId="{F4FF3C42-1065-4D95-9E8C-F39A396BAB31}" type="presParOf" srcId="{255F1812-D857-4BDD-822E-B4443883E183}" destId="{7620EAD2-EAB6-4736-9E11-0A66B5272C8D}" srcOrd="2" destOrd="0" presId="urn:microsoft.com/office/officeart/2018/2/layout/IconVerticalSolidList"/>
    <dgm:cxn modelId="{08876377-1182-4A30-B9FA-19C1E7177B5B}" type="presParOf" srcId="{255F1812-D857-4BDD-822E-B4443883E183}" destId="{35AB0A10-79B5-41BB-B6D6-626BCDF46BBC}" srcOrd="3" destOrd="0" presId="urn:microsoft.com/office/officeart/2018/2/layout/IconVerticalSolidList"/>
    <dgm:cxn modelId="{7BBE67A2-95E9-4EDD-8860-0E04E15DCFAE}" type="presParOf" srcId="{3B7616D7-D8DB-4167-BF09-FB94675AEDCF}" destId="{9F7F2F97-899E-4D6D-9843-6CE125B3CB23}" srcOrd="5" destOrd="0" presId="urn:microsoft.com/office/officeart/2018/2/layout/IconVerticalSolidList"/>
    <dgm:cxn modelId="{C0264AEF-088B-4665-BFEC-DA0F0DF2A58D}" type="presParOf" srcId="{3B7616D7-D8DB-4167-BF09-FB94675AEDCF}" destId="{1BB8362B-C655-4B4B-AFE0-620DF20BE3F7}" srcOrd="6" destOrd="0" presId="urn:microsoft.com/office/officeart/2018/2/layout/IconVerticalSolidList"/>
    <dgm:cxn modelId="{FD3D6B55-E47A-4243-8F16-433C53AF6D2C}" type="presParOf" srcId="{1BB8362B-C655-4B4B-AFE0-620DF20BE3F7}" destId="{CF9A41B0-59CF-4D48-9B72-D1047205C821}" srcOrd="0" destOrd="0" presId="urn:microsoft.com/office/officeart/2018/2/layout/IconVerticalSolidList"/>
    <dgm:cxn modelId="{4288F256-D19B-4C6F-85A8-FDE806109BC9}" type="presParOf" srcId="{1BB8362B-C655-4B4B-AFE0-620DF20BE3F7}" destId="{D2586937-83DE-433B-8282-D3992437844A}" srcOrd="1" destOrd="0" presId="urn:microsoft.com/office/officeart/2018/2/layout/IconVerticalSolidList"/>
    <dgm:cxn modelId="{71B39BD5-EDD5-494C-89A8-3274DC0A3B69}" type="presParOf" srcId="{1BB8362B-C655-4B4B-AFE0-620DF20BE3F7}" destId="{FDAF6754-A851-46CD-8889-2B1ADDE07F91}" srcOrd="2" destOrd="0" presId="urn:microsoft.com/office/officeart/2018/2/layout/IconVerticalSolidList"/>
    <dgm:cxn modelId="{EDC389CB-CC0D-41E3-92FE-5A96180F8C17}" type="presParOf" srcId="{1BB8362B-C655-4B4B-AFE0-620DF20BE3F7}" destId="{23F599E0-BC01-4E25-8BA2-3A168A68F0C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7480DA-B02D-4852-BA35-603BB0E9750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985516-6E5A-44DC-B088-0790CBE11E6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ML algorithms (anomaly detection, classification) help in modeling behavior and automatically spotting deviations. </a:t>
          </a:r>
          <a:endParaRPr lang="en-US"/>
        </a:p>
      </dgm:t>
    </dgm:pt>
    <dgm:pt modelId="{E1B6AD6F-FCB0-44E8-A0C0-3A7340DD07D7}" type="parTrans" cxnId="{DBAC8572-F105-407A-A795-ACBFDAD631DC}">
      <dgm:prSet/>
      <dgm:spPr/>
      <dgm:t>
        <a:bodyPr/>
        <a:lstStyle/>
        <a:p>
          <a:endParaRPr lang="en-US"/>
        </a:p>
      </dgm:t>
    </dgm:pt>
    <dgm:pt modelId="{07CC3F8C-FE39-4BE9-A396-09765DB72B04}" type="sibTrans" cxnId="{DBAC8572-F105-407A-A795-ACBFDAD631DC}">
      <dgm:prSet/>
      <dgm:spPr/>
      <dgm:t>
        <a:bodyPr/>
        <a:lstStyle/>
        <a:p>
          <a:endParaRPr lang="en-US"/>
        </a:p>
      </dgm:t>
    </dgm:pt>
    <dgm:pt modelId="{22492225-3DE2-4C3C-B576-4D7BA8E5E75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Hybrid systems combining anomaly methods + classification + synthetic data generation show promise in research.</a:t>
          </a:r>
          <a:endParaRPr lang="en-US"/>
        </a:p>
      </dgm:t>
    </dgm:pt>
    <dgm:pt modelId="{75D07992-F579-4A46-9646-D1FC43278F31}" type="parTrans" cxnId="{0648106B-A73D-403C-A289-FF6A7649C861}">
      <dgm:prSet/>
      <dgm:spPr/>
      <dgm:t>
        <a:bodyPr/>
        <a:lstStyle/>
        <a:p>
          <a:endParaRPr lang="en-US"/>
        </a:p>
      </dgm:t>
    </dgm:pt>
    <dgm:pt modelId="{658F34B7-A908-4D38-834D-EA1E21A011AD}" type="sibTrans" cxnId="{0648106B-A73D-403C-A289-FF6A7649C861}">
      <dgm:prSet/>
      <dgm:spPr/>
      <dgm:t>
        <a:bodyPr/>
        <a:lstStyle/>
        <a:p>
          <a:endParaRPr lang="en-US"/>
        </a:p>
      </dgm:t>
    </dgm:pt>
    <dgm:pt modelId="{AB4F6E0A-FECE-450C-925E-126E2EC09DF8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Recent research uses image-based feature representations and advanced networks (CNN, WCNN) to improve detection accuracy &amp; reduce false positives.</a:t>
          </a:r>
          <a:endParaRPr lang="en-US"/>
        </a:p>
      </dgm:t>
    </dgm:pt>
    <dgm:pt modelId="{65356E79-B1C4-43FE-8C43-5F24D172ED49}" type="parTrans" cxnId="{92398FDF-96B9-4620-A11D-0C96AE1BE894}">
      <dgm:prSet/>
      <dgm:spPr/>
      <dgm:t>
        <a:bodyPr/>
        <a:lstStyle/>
        <a:p>
          <a:endParaRPr lang="en-US"/>
        </a:p>
      </dgm:t>
    </dgm:pt>
    <dgm:pt modelId="{52CB62BB-98FF-4F94-8F9F-95A7A651D344}" type="sibTrans" cxnId="{92398FDF-96B9-4620-A11D-0C96AE1BE894}">
      <dgm:prSet/>
      <dgm:spPr/>
      <dgm:t>
        <a:bodyPr/>
        <a:lstStyle/>
        <a:p>
          <a:endParaRPr lang="en-US"/>
        </a:p>
      </dgm:t>
    </dgm:pt>
    <dgm:pt modelId="{54AF8E1C-BB1E-4DF9-9D2A-C7F6AE98094E}" type="pres">
      <dgm:prSet presAssocID="{0D7480DA-B02D-4852-BA35-603BB0E97506}" presName="root" presStyleCnt="0">
        <dgm:presLayoutVars>
          <dgm:dir/>
          <dgm:resizeHandles val="exact"/>
        </dgm:presLayoutVars>
      </dgm:prSet>
      <dgm:spPr/>
    </dgm:pt>
    <dgm:pt modelId="{9484F1E2-D7A3-45E9-AA9B-BAE8F7CC8409}" type="pres">
      <dgm:prSet presAssocID="{94985516-6E5A-44DC-B088-0790CBE11E6D}" presName="compNode" presStyleCnt="0"/>
      <dgm:spPr/>
    </dgm:pt>
    <dgm:pt modelId="{5E0BB197-596D-4F8D-9BC3-2CC1448CB090}" type="pres">
      <dgm:prSet presAssocID="{94985516-6E5A-44DC-B088-0790CBE11E6D}" presName="bgRect" presStyleLbl="bgShp" presStyleIdx="0" presStyleCnt="3"/>
      <dgm:spPr/>
    </dgm:pt>
    <dgm:pt modelId="{E78F5DAC-986E-4D40-9A86-65747ED54240}" type="pres">
      <dgm:prSet presAssocID="{94985516-6E5A-44DC-B088-0790CBE11E6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4FD3F85B-21D7-4AF5-B805-272F71C47CED}" type="pres">
      <dgm:prSet presAssocID="{94985516-6E5A-44DC-B088-0790CBE11E6D}" presName="spaceRect" presStyleCnt="0"/>
      <dgm:spPr/>
    </dgm:pt>
    <dgm:pt modelId="{084C27F0-A69F-4446-89FB-D62F5F0CF6C3}" type="pres">
      <dgm:prSet presAssocID="{94985516-6E5A-44DC-B088-0790CBE11E6D}" presName="parTx" presStyleLbl="revTx" presStyleIdx="0" presStyleCnt="3">
        <dgm:presLayoutVars>
          <dgm:chMax val="0"/>
          <dgm:chPref val="0"/>
        </dgm:presLayoutVars>
      </dgm:prSet>
      <dgm:spPr/>
    </dgm:pt>
    <dgm:pt modelId="{F1420AFD-AFDC-473B-849F-81208F400B72}" type="pres">
      <dgm:prSet presAssocID="{07CC3F8C-FE39-4BE9-A396-09765DB72B04}" presName="sibTrans" presStyleCnt="0"/>
      <dgm:spPr/>
    </dgm:pt>
    <dgm:pt modelId="{1F199CA4-A270-4492-9B64-03B3081A760E}" type="pres">
      <dgm:prSet presAssocID="{22492225-3DE2-4C3C-B576-4D7BA8E5E754}" presName="compNode" presStyleCnt="0"/>
      <dgm:spPr/>
    </dgm:pt>
    <dgm:pt modelId="{D172B1B3-5043-4A31-BB78-96FC378B639E}" type="pres">
      <dgm:prSet presAssocID="{22492225-3DE2-4C3C-B576-4D7BA8E5E754}" presName="bgRect" presStyleLbl="bgShp" presStyleIdx="1" presStyleCnt="3"/>
      <dgm:spPr/>
    </dgm:pt>
    <dgm:pt modelId="{5740CFBE-3BDE-4FF1-A29B-3184CB041D1C}" type="pres">
      <dgm:prSet presAssocID="{22492225-3DE2-4C3C-B576-4D7BA8E5E75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6363D5E6-0349-4E4C-A645-4221FAF9C35F}" type="pres">
      <dgm:prSet presAssocID="{22492225-3DE2-4C3C-B576-4D7BA8E5E754}" presName="spaceRect" presStyleCnt="0"/>
      <dgm:spPr/>
    </dgm:pt>
    <dgm:pt modelId="{14211E01-219E-49D9-952A-C194B5D31808}" type="pres">
      <dgm:prSet presAssocID="{22492225-3DE2-4C3C-B576-4D7BA8E5E754}" presName="parTx" presStyleLbl="revTx" presStyleIdx="1" presStyleCnt="3">
        <dgm:presLayoutVars>
          <dgm:chMax val="0"/>
          <dgm:chPref val="0"/>
        </dgm:presLayoutVars>
      </dgm:prSet>
      <dgm:spPr/>
    </dgm:pt>
    <dgm:pt modelId="{380819FD-5E3F-45CE-9D87-4553398DB055}" type="pres">
      <dgm:prSet presAssocID="{658F34B7-A908-4D38-834D-EA1E21A011AD}" presName="sibTrans" presStyleCnt="0"/>
      <dgm:spPr/>
    </dgm:pt>
    <dgm:pt modelId="{133A6F96-77A0-44B3-972A-EC4B0BDC53F0}" type="pres">
      <dgm:prSet presAssocID="{AB4F6E0A-FECE-450C-925E-126E2EC09DF8}" presName="compNode" presStyleCnt="0"/>
      <dgm:spPr/>
    </dgm:pt>
    <dgm:pt modelId="{8CDBDAE9-4451-4996-A83A-D1CA5A14C526}" type="pres">
      <dgm:prSet presAssocID="{AB4F6E0A-FECE-450C-925E-126E2EC09DF8}" presName="bgRect" presStyleLbl="bgShp" presStyleIdx="2" presStyleCnt="3"/>
      <dgm:spPr/>
    </dgm:pt>
    <dgm:pt modelId="{5851BC1D-B0E0-4CF3-AD74-3FB8CB9FA9DF}" type="pres">
      <dgm:prSet presAssocID="{AB4F6E0A-FECE-450C-925E-126E2EC09DF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A1CF04D1-6301-41B4-A616-226B4ADFCF7B}" type="pres">
      <dgm:prSet presAssocID="{AB4F6E0A-FECE-450C-925E-126E2EC09DF8}" presName="spaceRect" presStyleCnt="0"/>
      <dgm:spPr/>
    </dgm:pt>
    <dgm:pt modelId="{AD1462E2-6637-4F03-9BFC-BA831F39A701}" type="pres">
      <dgm:prSet presAssocID="{AB4F6E0A-FECE-450C-925E-126E2EC09DF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648106B-A73D-403C-A289-FF6A7649C861}" srcId="{0D7480DA-B02D-4852-BA35-603BB0E97506}" destId="{22492225-3DE2-4C3C-B576-4D7BA8E5E754}" srcOrd="1" destOrd="0" parTransId="{75D07992-F579-4A46-9646-D1FC43278F31}" sibTransId="{658F34B7-A908-4D38-834D-EA1E21A011AD}"/>
    <dgm:cxn modelId="{1DFFE46E-3713-4DE7-B166-369E2D0E64EC}" type="presOf" srcId="{0D7480DA-B02D-4852-BA35-603BB0E97506}" destId="{54AF8E1C-BB1E-4DF9-9D2A-C7F6AE98094E}" srcOrd="0" destOrd="0" presId="urn:microsoft.com/office/officeart/2018/2/layout/IconVerticalSolidList"/>
    <dgm:cxn modelId="{DBAC8572-F105-407A-A795-ACBFDAD631DC}" srcId="{0D7480DA-B02D-4852-BA35-603BB0E97506}" destId="{94985516-6E5A-44DC-B088-0790CBE11E6D}" srcOrd="0" destOrd="0" parTransId="{E1B6AD6F-FCB0-44E8-A0C0-3A7340DD07D7}" sibTransId="{07CC3F8C-FE39-4BE9-A396-09765DB72B04}"/>
    <dgm:cxn modelId="{23632F74-3A42-414D-937B-C7F1E1C1242E}" type="presOf" srcId="{22492225-3DE2-4C3C-B576-4D7BA8E5E754}" destId="{14211E01-219E-49D9-952A-C194B5D31808}" srcOrd="0" destOrd="0" presId="urn:microsoft.com/office/officeart/2018/2/layout/IconVerticalSolidList"/>
    <dgm:cxn modelId="{92398FDF-96B9-4620-A11D-0C96AE1BE894}" srcId="{0D7480DA-B02D-4852-BA35-603BB0E97506}" destId="{AB4F6E0A-FECE-450C-925E-126E2EC09DF8}" srcOrd="2" destOrd="0" parTransId="{65356E79-B1C4-43FE-8C43-5F24D172ED49}" sibTransId="{52CB62BB-98FF-4F94-8F9F-95A7A651D344}"/>
    <dgm:cxn modelId="{6874F8EA-F1E2-4A8D-9DE1-3F700B84B871}" type="presOf" srcId="{94985516-6E5A-44DC-B088-0790CBE11E6D}" destId="{084C27F0-A69F-4446-89FB-D62F5F0CF6C3}" srcOrd="0" destOrd="0" presId="urn:microsoft.com/office/officeart/2018/2/layout/IconVerticalSolidList"/>
    <dgm:cxn modelId="{2AA423F2-6D39-4183-B62E-12B8D0AB1BBC}" type="presOf" srcId="{AB4F6E0A-FECE-450C-925E-126E2EC09DF8}" destId="{AD1462E2-6637-4F03-9BFC-BA831F39A701}" srcOrd="0" destOrd="0" presId="urn:microsoft.com/office/officeart/2018/2/layout/IconVerticalSolidList"/>
    <dgm:cxn modelId="{F6B15333-62D7-432A-B81F-3931706F6AB6}" type="presParOf" srcId="{54AF8E1C-BB1E-4DF9-9D2A-C7F6AE98094E}" destId="{9484F1E2-D7A3-45E9-AA9B-BAE8F7CC8409}" srcOrd="0" destOrd="0" presId="urn:microsoft.com/office/officeart/2018/2/layout/IconVerticalSolidList"/>
    <dgm:cxn modelId="{96F64BE4-B0A6-4069-8B67-2FABB6478E96}" type="presParOf" srcId="{9484F1E2-D7A3-45E9-AA9B-BAE8F7CC8409}" destId="{5E0BB197-596D-4F8D-9BC3-2CC1448CB090}" srcOrd="0" destOrd="0" presId="urn:microsoft.com/office/officeart/2018/2/layout/IconVerticalSolidList"/>
    <dgm:cxn modelId="{D33E4409-CBB5-4B9A-B90A-A002CCA66376}" type="presParOf" srcId="{9484F1E2-D7A3-45E9-AA9B-BAE8F7CC8409}" destId="{E78F5DAC-986E-4D40-9A86-65747ED54240}" srcOrd="1" destOrd="0" presId="urn:microsoft.com/office/officeart/2018/2/layout/IconVerticalSolidList"/>
    <dgm:cxn modelId="{15A91629-0B3E-466B-AC53-91BC41F9B955}" type="presParOf" srcId="{9484F1E2-D7A3-45E9-AA9B-BAE8F7CC8409}" destId="{4FD3F85B-21D7-4AF5-B805-272F71C47CED}" srcOrd="2" destOrd="0" presId="urn:microsoft.com/office/officeart/2018/2/layout/IconVerticalSolidList"/>
    <dgm:cxn modelId="{20F73FE7-E875-41E7-8D0B-CA875DB7589E}" type="presParOf" srcId="{9484F1E2-D7A3-45E9-AA9B-BAE8F7CC8409}" destId="{084C27F0-A69F-4446-89FB-D62F5F0CF6C3}" srcOrd="3" destOrd="0" presId="urn:microsoft.com/office/officeart/2018/2/layout/IconVerticalSolidList"/>
    <dgm:cxn modelId="{19E2D261-A4DF-4B2A-8F16-5A722FC1901D}" type="presParOf" srcId="{54AF8E1C-BB1E-4DF9-9D2A-C7F6AE98094E}" destId="{F1420AFD-AFDC-473B-849F-81208F400B72}" srcOrd="1" destOrd="0" presId="urn:microsoft.com/office/officeart/2018/2/layout/IconVerticalSolidList"/>
    <dgm:cxn modelId="{F63F8075-F56B-4CE2-A0B5-10A3FB8FC457}" type="presParOf" srcId="{54AF8E1C-BB1E-4DF9-9D2A-C7F6AE98094E}" destId="{1F199CA4-A270-4492-9B64-03B3081A760E}" srcOrd="2" destOrd="0" presId="urn:microsoft.com/office/officeart/2018/2/layout/IconVerticalSolidList"/>
    <dgm:cxn modelId="{49D2A129-D6C6-4AC9-BE68-E513BC1588E0}" type="presParOf" srcId="{1F199CA4-A270-4492-9B64-03B3081A760E}" destId="{D172B1B3-5043-4A31-BB78-96FC378B639E}" srcOrd="0" destOrd="0" presId="urn:microsoft.com/office/officeart/2018/2/layout/IconVerticalSolidList"/>
    <dgm:cxn modelId="{32CDC0D1-597B-4E72-9634-6D513E216C71}" type="presParOf" srcId="{1F199CA4-A270-4492-9B64-03B3081A760E}" destId="{5740CFBE-3BDE-4FF1-A29B-3184CB041D1C}" srcOrd="1" destOrd="0" presId="urn:microsoft.com/office/officeart/2018/2/layout/IconVerticalSolidList"/>
    <dgm:cxn modelId="{0DEDAB3D-3F54-490C-9D80-ED5845B50590}" type="presParOf" srcId="{1F199CA4-A270-4492-9B64-03B3081A760E}" destId="{6363D5E6-0349-4E4C-A645-4221FAF9C35F}" srcOrd="2" destOrd="0" presId="urn:microsoft.com/office/officeart/2018/2/layout/IconVerticalSolidList"/>
    <dgm:cxn modelId="{AA49D06D-8740-4774-8E20-EBD9132882FF}" type="presParOf" srcId="{1F199CA4-A270-4492-9B64-03B3081A760E}" destId="{14211E01-219E-49D9-952A-C194B5D31808}" srcOrd="3" destOrd="0" presId="urn:microsoft.com/office/officeart/2018/2/layout/IconVerticalSolidList"/>
    <dgm:cxn modelId="{CF6126D7-B099-4090-BE70-B42F538EF6DB}" type="presParOf" srcId="{54AF8E1C-BB1E-4DF9-9D2A-C7F6AE98094E}" destId="{380819FD-5E3F-45CE-9D87-4553398DB055}" srcOrd="3" destOrd="0" presId="urn:microsoft.com/office/officeart/2018/2/layout/IconVerticalSolidList"/>
    <dgm:cxn modelId="{29087CED-3A64-463F-A848-24DBF00C5C39}" type="presParOf" srcId="{54AF8E1C-BB1E-4DF9-9D2A-C7F6AE98094E}" destId="{133A6F96-77A0-44B3-972A-EC4B0BDC53F0}" srcOrd="4" destOrd="0" presId="urn:microsoft.com/office/officeart/2018/2/layout/IconVerticalSolidList"/>
    <dgm:cxn modelId="{B02B01FE-C2AD-490C-AFBF-FC4A21F68C66}" type="presParOf" srcId="{133A6F96-77A0-44B3-972A-EC4B0BDC53F0}" destId="{8CDBDAE9-4451-4996-A83A-D1CA5A14C526}" srcOrd="0" destOrd="0" presId="urn:microsoft.com/office/officeart/2018/2/layout/IconVerticalSolidList"/>
    <dgm:cxn modelId="{72F35C36-0803-4E37-A7EB-4B394D200936}" type="presParOf" srcId="{133A6F96-77A0-44B3-972A-EC4B0BDC53F0}" destId="{5851BC1D-B0E0-4CF3-AD74-3FB8CB9FA9DF}" srcOrd="1" destOrd="0" presId="urn:microsoft.com/office/officeart/2018/2/layout/IconVerticalSolidList"/>
    <dgm:cxn modelId="{EBE888A2-11A4-47FA-A7A0-F495CFB295E1}" type="presParOf" srcId="{133A6F96-77A0-44B3-972A-EC4B0BDC53F0}" destId="{A1CF04D1-6301-41B4-A616-226B4ADFCF7B}" srcOrd="2" destOrd="0" presId="urn:microsoft.com/office/officeart/2018/2/layout/IconVerticalSolidList"/>
    <dgm:cxn modelId="{F4A0A782-E5AE-43A4-9205-922C0B249374}" type="presParOf" srcId="{133A6F96-77A0-44B3-972A-EC4B0BDC53F0}" destId="{AD1462E2-6637-4F03-9BFC-BA831F39A70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5EFB913-D243-460F-B29F-793934C99B0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F123A06-EAF5-42D6-9CFE-9D5369AD71E0}">
      <dgm:prSet/>
      <dgm:spPr/>
      <dgm:t>
        <a:bodyPr/>
        <a:lstStyle/>
        <a:p>
          <a:r>
            <a:rPr lang="en-IN"/>
            <a:t>Title: Key Studies &amp; Findings</a:t>
          </a:r>
          <a:endParaRPr lang="en-US"/>
        </a:p>
      </dgm:t>
    </dgm:pt>
    <dgm:pt modelId="{A802B265-3085-4DC1-95E2-622F597B7B32}" type="parTrans" cxnId="{98FE471D-0EC5-4D69-81BD-621A00CB3CE9}">
      <dgm:prSet/>
      <dgm:spPr/>
      <dgm:t>
        <a:bodyPr/>
        <a:lstStyle/>
        <a:p>
          <a:endParaRPr lang="en-US"/>
        </a:p>
      </dgm:t>
    </dgm:pt>
    <dgm:pt modelId="{2FAE7C01-AF3C-49AC-8619-B10ADF36F720}" type="sibTrans" cxnId="{98FE471D-0EC5-4D69-81BD-621A00CB3CE9}">
      <dgm:prSet/>
      <dgm:spPr/>
      <dgm:t>
        <a:bodyPr/>
        <a:lstStyle/>
        <a:p>
          <a:endParaRPr lang="en-US"/>
        </a:p>
      </dgm:t>
    </dgm:pt>
    <dgm:pt modelId="{0519E5E4-BBC3-487A-BCF8-EA090356EA55}">
      <dgm:prSet/>
      <dgm:spPr/>
      <dgm:t>
        <a:bodyPr/>
        <a:lstStyle/>
        <a:p>
          <a:r>
            <a:rPr lang="en-IN"/>
            <a:t>Al-Mhiqani et al , surveyed insider threat detection literature, summarizing ML techniques, datasets, evaluation methods, and open challenges. </a:t>
          </a:r>
          <a:endParaRPr lang="en-US"/>
        </a:p>
      </dgm:t>
    </dgm:pt>
    <dgm:pt modelId="{A5F308C3-DDEB-41D8-BA6B-2775CAA437C6}" type="parTrans" cxnId="{950A09C8-C8D5-4916-BD8F-70F3FB409BCF}">
      <dgm:prSet/>
      <dgm:spPr/>
      <dgm:t>
        <a:bodyPr/>
        <a:lstStyle/>
        <a:p>
          <a:endParaRPr lang="en-US"/>
        </a:p>
      </dgm:t>
    </dgm:pt>
    <dgm:pt modelId="{10754938-1BF6-41A8-BB51-D1984631ED3D}" type="sibTrans" cxnId="{950A09C8-C8D5-4916-BD8F-70F3FB409BCF}">
      <dgm:prSet/>
      <dgm:spPr/>
      <dgm:t>
        <a:bodyPr/>
        <a:lstStyle/>
        <a:p>
          <a:endParaRPr lang="en-US"/>
        </a:p>
      </dgm:t>
    </dgm:pt>
    <dgm:pt modelId="{DF5F8417-84C1-4232-A60B-33C38036E8A5}">
      <dgm:prSet/>
      <dgm:spPr/>
      <dgm:t>
        <a:bodyPr/>
        <a:lstStyle/>
        <a:p>
          <a:r>
            <a:rPr lang="en-IN"/>
            <a:t>Insider Threat Detection Using Machine Learning Approach used CERT dataset, feature engineering, anomaly &amp; classification models; pointed out imbalanced data and need for hybrid pipelines. </a:t>
          </a:r>
          <a:endParaRPr lang="en-US"/>
        </a:p>
      </dgm:t>
    </dgm:pt>
    <dgm:pt modelId="{363C1F10-145D-4532-8A36-68A5D0762429}" type="parTrans" cxnId="{CFCDFC41-74AB-45CC-A3CB-4C51814EDEEE}">
      <dgm:prSet/>
      <dgm:spPr/>
      <dgm:t>
        <a:bodyPr/>
        <a:lstStyle/>
        <a:p>
          <a:endParaRPr lang="en-US"/>
        </a:p>
      </dgm:t>
    </dgm:pt>
    <dgm:pt modelId="{4D109941-2A87-4626-8BB2-06A3CBE4038A}" type="sibTrans" cxnId="{CFCDFC41-74AB-45CC-A3CB-4C51814EDEEE}">
      <dgm:prSet/>
      <dgm:spPr/>
      <dgm:t>
        <a:bodyPr/>
        <a:lstStyle/>
        <a:p>
          <a:endParaRPr lang="en-US"/>
        </a:p>
      </dgm:t>
    </dgm:pt>
    <dgm:pt modelId="{C71EC97A-CF96-47DA-82D3-5DB33B3A2CE3}">
      <dgm:prSet/>
      <dgm:spPr/>
      <dgm:t>
        <a:bodyPr/>
        <a:lstStyle/>
        <a:p>
          <a:r>
            <a:rPr lang="en-IN"/>
            <a:t>Hybrid deep learning model using SPCAGAN generates synthetic data to reduce class imbalance and uses Bayesian networks for classification. Their approach shows improved detection performance.</a:t>
          </a:r>
          <a:endParaRPr lang="en-US"/>
        </a:p>
      </dgm:t>
    </dgm:pt>
    <dgm:pt modelId="{D207A822-1B65-4773-91A8-C2988FA83664}" type="parTrans" cxnId="{AA79B883-77C2-419E-B0B7-B9A28FEED8DB}">
      <dgm:prSet/>
      <dgm:spPr/>
      <dgm:t>
        <a:bodyPr/>
        <a:lstStyle/>
        <a:p>
          <a:endParaRPr lang="en-US"/>
        </a:p>
      </dgm:t>
    </dgm:pt>
    <dgm:pt modelId="{D463CAC1-954D-4A56-8400-7591B5EE4DB7}" type="sibTrans" cxnId="{AA79B883-77C2-419E-B0B7-B9A28FEED8DB}">
      <dgm:prSet/>
      <dgm:spPr/>
      <dgm:t>
        <a:bodyPr/>
        <a:lstStyle/>
        <a:p>
          <a:endParaRPr lang="en-US"/>
        </a:p>
      </dgm:t>
    </dgm:pt>
    <dgm:pt modelId="{94EF88C5-0A5C-49AC-AEEC-325FE5E39317}" type="pres">
      <dgm:prSet presAssocID="{85EFB913-D243-460F-B29F-793934C99B0B}" presName="linear" presStyleCnt="0">
        <dgm:presLayoutVars>
          <dgm:animLvl val="lvl"/>
          <dgm:resizeHandles val="exact"/>
        </dgm:presLayoutVars>
      </dgm:prSet>
      <dgm:spPr/>
    </dgm:pt>
    <dgm:pt modelId="{DBDCC385-9AB0-4D47-838C-A6E1DE867A3D}" type="pres">
      <dgm:prSet presAssocID="{3F123A06-EAF5-42D6-9CFE-9D5369AD71E0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AF18B65E-22D4-4B9E-8627-6D72DF803B48}" type="pres">
      <dgm:prSet presAssocID="{3F123A06-EAF5-42D6-9CFE-9D5369AD71E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E25D40C-6286-4E6D-8E0D-1C5755523465}" type="presOf" srcId="{0519E5E4-BBC3-487A-BCF8-EA090356EA55}" destId="{AF18B65E-22D4-4B9E-8627-6D72DF803B48}" srcOrd="0" destOrd="0" presId="urn:microsoft.com/office/officeart/2005/8/layout/vList2"/>
    <dgm:cxn modelId="{98FE471D-0EC5-4D69-81BD-621A00CB3CE9}" srcId="{85EFB913-D243-460F-B29F-793934C99B0B}" destId="{3F123A06-EAF5-42D6-9CFE-9D5369AD71E0}" srcOrd="0" destOrd="0" parTransId="{A802B265-3085-4DC1-95E2-622F597B7B32}" sibTransId="{2FAE7C01-AF3C-49AC-8619-B10ADF36F720}"/>
    <dgm:cxn modelId="{97027420-23A4-4FA1-994E-B0597A8053A8}" type="presOf" srcId="{C71EC97A-CF96-47DA-82D3-5DB33B3A2CE3}" destId="{AF18B65E-22D4-4B9E-8627-6D72DF803B48}" srcOrd="0" destOrd="2" presId="urn:microsoft.com/office/officeart/2005/8/layout/vList2"/>
    <dgm:cxn modelId="{CFCDFC41-74AB-45CC-A3CB-4C51814EDEEE}" srcId="{3F123A06-EAF5-42D6-9CFE-9D5369AD71E0}" destId="{DF5F8417-84C1-4232-A60B-33C38036E8A5}" srcOrd="1" destOrd="0" parTransId="{363C1F10-145D-4532-8A36-68A5D0762429}" sibTransId="{4D109941-2A87-4626-8BB2-06A3CBE4038A}"/>
    <dgm:cxn modelId="{52605679-2A55-463E-B55B-D2265EBDBE6D}" type="presOf" srcId="{3F123A06-EAF5-42D6-9CFE-9D5369AD71E0}" destId="{DBDCC385-9AB0-4D47-838C-A6E1DE867A3D}" srcOrd="0" destOrd="0" presId="urn:microsoft.com/office/officeart/2005/8/layout/vList2"/>
    <dgm:cxn modelId="{AA79B883-77C2-419E-B0B7-B9A28FEED8DB}" srcId="{3F123A06-EAF5-42D6-9CFE-9D5369AD71E0}" destId="{C71EC97A-CF96-47DA-82D3-5DB33B3A2CE3}" srcOrd="2" destOrd="0" parTransId="{D207A822-1B65-4773-91A8-C2988FA83664}" sibTransId="{D463CAC1-954D-4A56-8400-7591B5EE4DB7}"/>
    <dgm:cxn modelId="{4CDE7898-A3EB-44DF-9A45-1FBFA2CD9BA0}" type="presOf" srcId="{85EFB913-D243-460F-B29F-793934C99B0B}" destId="{94EF88C5-0A5C-49AC-AEEC-325FE5E39317}" srcOrd="0" destOrd="0" presId="urn:microsoft.com/office/officeart/2005/8/layout/vList2"/>
    <dgm:cxn modelId="{9231CA9D-B7D2-42DD-AFD3-55AD57F48C46}" type="presOf" srcId="{DF5F8417-84C1-4232-A60B-33C38036E8A5}" destId="{AF18B65E-22D4-4B9E-8627-6D72DF803B48}" srcOrd="0" destOrd="1" presId="urn:microsoft.com/office/officeart/2005/8/layout/vList2"/>
    <dgm:cxn modelId="{950A09C8-C8D5-4916-BD8F-70F3FB409BCF}" srcId="{3F123A06-EAF5-42D6-9CFE-9D5369AD71E0}" destId="{0519E5E4-BBC3-487A-BCF8-EA090356EA55}" srcOrd="0" destOrd="0" parTransId="{A5F308C3-DDEB-41D8-BA6B-2775CAA437C6}" sibTransId="{10754938-1BF6-41A8-BB51-D1984631ED3D}"/>
    <dgm:cxn modelId="{2CE23911-75A0-4F0C-9D24-623C075425CC}" type="presParOf" srcId="{94EF88C5-0A5C-49AC-AEEC-325FE5E39317}" destId="{DBDCC385-9AB0-4D47-838C-A6E1DE867A3D}" srcOrd="0" destOrd="0" presId="urn:microsoft.com/office/officeart/2005/8/layout/vList2"/>
    <dgm:cxn modelId="{F742DDE5-1731-4161-B578-7B3B54D6014D}" type="presParOf" srcId="{94EF88C5-0A5C-49AC-AEEC-325FE5E39317}" destId="{AF18B65E-22D4-4B9E-8627-6D72DF803B48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AAB388E-B685-4B62-A020-7C1D9689915E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4865370-BD8A-4E58-A514-57CCD0978C8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Develop a hybrid ML system for insider threat detection integrating synthetic data and image-based features.</a:t>
          </a:r>
          <a:endParaRPr lang="en-US"/>
        </a:p>
      </dgm:t>
    </dgm:pt>
    <dgm:pt modelId="{53CEF703-AFD3-46F7-9794-29FA58C4F4D2}" type="parTrans" cxnId="{614C937B-FE10-4F79-9E65-AF2C9811CCC7}">
      <dgm:prSet/>
      <dgm:spPr/>
      <dgm:t>
        <a:bodyPr/>
        <a:lstStyle/>
        <a:p>
          <a:endParaRPr lang="en-US"/>
        </a:p>
      </dgm:t>
    </dgm:pt>
    <dgm:pt modelId="{201272F0-B7B3-4CC7-BBC9-B64AC9F417B8}" type="sibTrans" cxnId="{614C937B-FE10-4F79-9E65-AF2C9811CCC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F40F86D-796A-41EE-A0B2-62DF37F0A79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Reduce false positives and improve detection accuracy over existing methods.</a:t>
          </a:r>
          <a:endParaRPr lang="en-US"/>
        </a:p>
      </dgm:t>
    </dgm:pt>
    <dgm:pt modelId="{ECEB6B2D-DB86-428B-BDC0-62A480153319}" type="parTrans" cxnId="{F6B38F3F-EB44-4680-A1CE-8D6BAB811D63}">
      <dgm:prSet/>
      <dgm:spPr/>
      <dgm:t>
        <a:bodyPr/>
        <a:lstStyle/>
        <a:p>
          <a:endParaRPr lang="en-US"/>
        </a:p>
      </dgm:t>
    </dgm:pt>
    <dgm:pt modelId="{4822B3B8-0027-4018-B619-2DDD316BDFC2}" type="sibTrans" cxnId="{F6B38F3F-EB44-4680-A1CE-8D6BAB811D6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D6410C4-8374-4B7F-B591-3CAF39A3C28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Evaluate ML + anomaly detection comparison on CERT dataset.</a:t>
          </a:r>
          <a:endParaRPr lang="en-US"/>
        </a:p>
      </dgm:t>
    </dgm:pt>
    <dgm:pt modelId="{08B2449C-F79C-4ADA-8B00-7C99570CA045}" type="parTrans" cxnId="{8E4ED6B5-5AB3-4D75-9EAD-858EE91C3961}">
      <dgm:prSet/>
      <dgm:spPr/>
      <dgm:t>
        <a:bodyPr/>
        <a:lstStyle/>
        <a:p>
          <a:endParaRPr lang="en-US"/>
        </a:p>
      </dgm:t>
    </dgm:pt>
    <dgm:pt modelId="{B810419E-A1E8-4971-8F35-BA5131C57C58}" type="sibTrans" cxnId="{8E4ED6B5-5AB3-4D75-9EAD-858EE91C396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9A3E230-4163-4268-904E-7BDF2093D2F8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Demonstrate improvements in performance metrics (accuracy, recall, F1, false positive rate).</a:t>
          </a:r>
          <a:endParaRPr lang="en-US"/>
        </a:p>
      </dgm:t>
    </dgm:pt>
    <dgm:pt modelId="{CF80092B-C2BA-450D-BF20-C531C0F02594}" type="parTrans" cxnId="{FC264BD1-6938-468E-8B15-3806476585FF}">
      <dgm:prSet/>
      <dgm:spPr/>
      <dgm:t>
        <a:bodyPr/>
        <a:lstStyle/>
        <a:p>
          <a:endParaRPr lang="en-US"/>
        </a:p>
      </dgm:t>
    </dgm:pt>
    <dgm:pt modelId="{22F70838-DD23-4FC9-8C96-5D0C4329FA9C}" type="sibTrans" cxnId="{FC264BD1-6938-468E-8B15-3806476585FF}">
      <dgm:prSet/>
      <dgm:spPr/>
      <dgm:t>
        <a:bodyPr/>
        <a:lstStyle/>
        <a:p>
          <a:endParaRPr lang="en-US"/>
        </a:p>
      </dgm:t>
    </dgm:pt>
    <dgm:pt modelId="{66FF2C06-74AE-42B3-8E69-D3D8E19CA66C}" type="pres">
      <dgm:prSet presAssocID="{0AAB388E-B685-4B62-A020-7C1D9689915E}" presName="root" presStyleCnt="0">
        <dgm:presLayoutVars>
          <dgm:dir/>
          <dgm:resizeHandles val="exact"/>
        </dgm:presLayoutVars>
      </dgm:prSet>
      <dgm:spPr/>
    </dgm:pt>
    <dgm:pt modelId="{240E48ED-9EA4-484C-8C30-F469649A1D52}" type="pres">
      <dgm:prSet presAssocID="{0AAB388E-B685-4B62-A020-7C1D9689915E}" presName="container" presStyleCnt="0">
        <dgm:presLayoutVars>
          <dgm:dir/>
          <dgm:resizeHandles val="exact"/>
        </dgm:presLayoutVars>
      </dgm:prSet>
      <dgm:spPr/>
    </dgm:pt>
    <dgm:pt modelId="{B8C64C88-5797-47CB-A698-76298EEF1BA9}" type="pres">
      <dgm:prSet presAssocID="{74865370-BD8A-4E58-A514-57CCD0978C87}" presName="compNode" presStyleCnt="0"/>
      <dgm:spPr/>
    </dgm:pt>
    <dgm:pt modelId="{F563166E-6F09-4D8C-8F6A-A60DB52CCDBB}" type="pres">
      <dgm:prSet presAssocID="{74865370-BD8A-4E58-A514-57CCD0978C87}" presName="iconBgRect" presStyleLbl="bgShp" presStyleIdx="0" presStyleCnt="4"/>
      <dgm:spPr/>
    </dgm:pt>
    <dgm:pt modelId="{94CEA715-4EC5-4D47-9DDE-43655E590057}" type="pres">
      <dgm:prSet presAssocID="{74865370-BD8A-4E58-A514-57CCD0978C8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3539D184-BD61-4EC5-961D-3A908227DF1A}" type="pres">
      <dgm:prSet presAssocID="{74865370-BD8A-4E58-A514-57CCD0978C87}" presName="spaceRect" presStyleCnt="0"/>
      <dgm:spPr/>
    </dgm:pt>
    <dgm:pt modelId="{1330CFBC-22DF-4F03-B38A-CF20B6F2677C}" type="pres">
      <dgm:prSet presAssocID="{74865370-BD8A-4E58-A514-57CCD0978C87}" presName="textRect" presStyleLbl="revTx" presStyleIdx="0" presStyleCnt="4">
        <dgm:presLayoutVars>
          <dgm:chMax val="1"/>
          <dgm:chPref val="1"/>
        </dgm:presLayoutVars>
      </dgm:prSet>
      <dgm:spPr/>
    </dgm:pt>
    <dgm:pt modelId="{0D187778-3C05-4D0E-98EC-512749B53A4E}" type="pres">
      <dgm:prSet presAssocID="{201272F0-B7B3-4CC7-BBC9-B64AC9F417B8}" presName="sibTrans" presStyleLbl="sibTrans2D1" presStyleIdx="0" presStyleCnt="0"/>
      <dgm:spPr/>
    </dgm:pt>
    <dgm:pt modelId="{1C1E19F2-B1E3-49BE-A8AA-1F884C0DBABA}" type="pres">
      <dgm:prSet presAssocID="{7F40F86D-796A-41EE-A0B2-62DF37F0A79B}" presName="compNode" presStyleCnt="0"/>
      <dgm:spPr/>
    </dgm:pt>
    <dgm:pt modelId="{B585B62E-814C-48DB-94AD-8D7F2EC86ABB}" type="pres">
      <dgm:prSet presAssocID="{7F40F86D-796A-41EE-A0B2-62DF37F0A79B}" presName="iconBgRect" presStyleLbl="bgShp" presStyleIdx="1" presStyleCnt="4"/>
      <dgm:spPr/>
    </dgm:pt>
    <dgm:pt modelId="{D2F044EB-8572-4A78-82A1-6DFB112D7FD2}" type="pres">
      <dgm:prSet presAssocID="{7F40F86D-796A-41EE-A0B2-62DF37F0A79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2ADF67C5-D678-4903-9BD0-6CF5E5B11512}" type="pres">
      <dgm:prSet presAssocID="{7F40F86D-796A-41EE-A0B2-62DF37F0A79B}" presName="spaceRect" presStyleCnt="0"/>
      <dgm:spPr/>
    </dgm:pt>
    <dgm:pt modelId="{5A5E21F1-B16B-4C4F-A478-7F2A748F5703}" type="pres">
      <dgm:prSet presAssocID="{7F40F86D-796A-41EE-A0B2-62DF37F0A79B}" presName="textRect" presStyleLbl="revTx" presStyleIdx="1" presStyleCnt="4">
        <dgm:presLayoutVars>
          <dgm:chMax val="1"/>
          <dgm:chPref val="1"/>
        </dgm:presLayoutVars>
      </dgm:prSet>
      <dgm:spPr/>
    </dgm:pt>
    <dgm:pt modelId="{10D462EA-18FB-4B7F-8D0F-DFCDEFEF470F}" type="pres">
      <dgm:prSet presAssocID="{4822B3B8-0027-4018-B619-2DDD316BDFC2}" presName="sibTrans" presStyleLbl="sibTrans2D1" presStyleIdx="0" presStyleCnt="0"/>
      <dgm:spPr/>
    </dgm:pt>
    <dgm:pt modelId="{A5E7EC3C-9130-48AB-8258-9E2621C53B76}" type="pres">
      <dgm:prSet presAssocID="{DD6410C4-8374-4B7F-B591-3CAF39A3C285}" presName="compNode" presStyleCnt="0"/>
      <dgm:spPr/>
    </dgm:pt>
    <dgm:pt modelId="{2F35AB1E-A2EB-4B67-8E96-4DDBC969EC68}" type="pres">
      <dgm:prSet presAssocID="{DD6410C4-8374-4B7F-B591-3CAF39A3C285}" presName="iconBgRect" presStyleLbl="bgShp" presStyleIdx="2" presStyleCnt="4"/>
      <dgm:spPr/>
    </dgm:pt>
    <dgm:pt modelId="{2730C41A-6F12-49F9-A993-4F20DAAAB7F8}" type="pres">
      <dgm:prSet presAssocID="{DD6410C4-8374-4B7F-B591-3CAF39A3C28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5595445-6DB4-4A42-9F49-9261F84BA6E2}" type="pres">
      <dgm:prSet presAssocID="{DD6410C4-8374-4B7F-B591-3CAF39A3C285}" presName="spaceRect" presStyleCnt="0"/>
      <dgm:spPr/>
    </dgm:pt>
    <dgm:pt modelId="{CF3F5C5B-C95B-4845-8E27-F0785D9F913E}" type="pres">
      <dgm:prSet presAssocID="{DD6410C4-8374-4B7F-B591-3CAF39A3C285}" presName="textRect" presStyleLbl="revTx" presStyleIdx="2" presStyleCnt="4">
        <dgm:presLayoutVars>
          <dgm:chMax val="1"/>
          <dgm:chPref val="1"/>
        </dgm:presLayoutVars>
      </dgm:prSet>
      <dgm:spPr/>
    </dgm:pt>
    <dgm:pt modelId="{17A1B3E3-049B-431F-A0ED-D81B34398B46}" type="pres">
      <dgm:prSet presAssocID="{B810419E-A1E8-4971-8F35-BA5131C57C58}" presName="sibTrans" presStyleLbl="sibTrans2D1" presStyleIdx="0" presStyleCnt="0"/>
      <dgm:spPr/>
    </dgm:pt>
    <dgm:pt modelId="{E6C83D7A-E8E4-41B7-AB26-6B9C2EFCBFE8}" type="pres">
      <dgm:prSet presAssocID="{F9A3E230-4163-4268-904E-7BDF2093D2F8}" presName="compNode" presStyleCnt="0"/>
      <dgm:spPr/>
    </dgm:pt>
    <dgm:pt modelId="{B1044DEF-BCE4-4C9D-940F-2D0A9F2F5F2C}" type="pres">
      <dgm:prSet presAssocID="{F9A3E230-4163-4268-904E-7BDF2093D2F8}" presName="iconBgRect" presStyleLbl="bgShp" presStyleIdx="3" presStyleCnt="4"/>
      <dgm:spPr/>
    </dgm:pt>
    <dgm:pt modelId="{6EE9792A-D239-4970-9B88-CCC581218BAC}" type="pres">
      <dgm:prSet presAssocID="{F9A3E230-4163-4268-904E-7BDF2093D2F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AFB30680-377E-4201-801D-DE45B53934ED}" type="pres">
      <dgm:prSet presAssocID="{F9A3E230-4163-4268-904E-7BDF2093D2F8}" presName="spaceRect" presStyleCnt="0"/>
      <dgm:spPr/>
    </dgm:pt>
    <dgm:pt modelId="{5392BFFD-C12B-4299-A27C-E760116482B0}" type="pres">
      <dgm:prSet presAssocID="{F9A3E230-4163-4268-904E-7BDF2093D2F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C9A133F-4361-479A-9148-ABD657FEAEE5}" type="presOf" srcId="{7F40F86D-796A-41EE-A0B2-62DF37F0A79B}" destId="{5A5E21F1-B16B-4C4F-A478-7F2A748F5703}" srcOrd="0" destOrd="0" presId="urn:microsoft.com/office/officeart/2018/2/layout/IconCircleList"/>
    <dgm:cxn modelId="{F6B38F3F-EB44-4680-A1CE-8D6BAB811D63}" srcId="{0AAB388E-B685-4B62-A020-7C1D9689915E}" destId="{7F40F86D-796A-41EE-A0B2-62DF37F0A79B}" srcOrd="1" destOrd="0" parTransId="{ECEB6B2D-DB86-428B-BDC0-62A480153319}" sibTransId="{4822B3B8-0027-4018-B619-2DDD316BDFC2}"/>
    <dgm:cxn modelId="{F0955F6E-4FF1-47D4-B6C5-C52258A7AB40}" type="presOf" srcId="{4822B3B8-0027-4018-B619-2DDD316BDFC2}" destId="{10D462EA-18FB-4B7F-8D0F-DFCDEFEF470F}" srcOrd="0" destOrd="0" presId="urn:microsoft.com/office/officeart/2018/2/layout/IconCircleList"/>
    <dgm:cxn modelId="{98018673-DA99-4AB1-A313-2E752D48928A}" type="presOf" srcId="{74865370-BD8A-4E58-A514-57CCD0978C87}" destId="{1330CFBC-22DF-4F03-B38A-CF20B6F2677C}" srcOrd="0" destOrd="0" presId="urn:microsoft.com/office/officeart/2018/2/layout/IconCircleList"/>
    <dgm:cxn modelId="{614C937B-FE10-4F79-9E65-AF2C9811CCC7}" srcId="{0AAB388E-B685-4B62-A020-7C1D9689915E}" destId="{74865370-BD8A-4E58-A514-57CCD0978C87}" srcOrd="0" destOrd="0" parTransId="{53CEF703-AFD3-46F7-9794-29FA58C4F4D2}" sibTransId="{201272F0-B7B3-4CC7-BBC9-B64AC9F417B8}"/>
    <dgm:cxn modelId="{8D0B12B5-9940-48F0-8253-5ABA7A70A38C}" type="presOf" srcId="{F9A3E230-4163-4268-904E-7BDF2093D2F8}" destId="{5392BFFD-C12B-4299-A27C-E760116482B0}" srcOrd="0" destOrd="0" presId="urn:microsoft.com/office/officeart/2018/2/layout/IconCircleList"/>
    <dgm:cxn modelId="{8E4ED6B5-5AB3-4D75-9EAD-858EE91C3961}" srcId="{0AAB388E-B685-4B62-A020-7C1D9689915E}" destId="{DD6410C4-8374-4B7F-B591-3CAF39A3C285}" srcOrd="2" destOrd="0" parTransId="{08B2449C-F79C-4ADA-8B00-7C99570CA045}" sibTransId="{B810419E-A1E8-4971-8F35-BA5131C57C58}"/>
    <dgm:cxn modelId="{63CCC0BD-4E4E-4025-88D6-905E2A088060}" type="presOf" srcId="{0AAB388E-B685-4B62-A020-7C1D9689915E}" destId="{66FF2C06-74AE-42B3-8E69-D3D8E19CA66C}" srcOrd="0" destOrd="0" presId="urn:microsoft.com/office/officeart/2018/2/layout/IconCircleList"/>
    <dgm:cxn modelId="{9EA61FBF-ECA6-47B4-A37B-CA610AC9350D}" type="presOf" srcId="{B810419E-A1E8-4971-8F35-BA5131C57C58}" destId="{17A1B3E3-049B-431F-A0ED-D81B34398B46}" srcOrd="0" destOrd="0" presId="urn:microsoft.com/office/officeart/2018/2/layout/IconCircleList"/>
    <dgm:cxn modelId="{FC264BD1-6938-468E-8B15-3806476585FF}" srcId="{0AAB388E-B685-4B62-A020-7C1D9689915E}" destId="{F9A3E230-4163-4268-904E-7BDF2093D2F8}" srcOrd="3" destOrd="0" parTransId="{CF80092B-C2BA-450D-BF20-C531C0F02594}" sibTransId="{22F70838-DD23-4FC9-8C96-5D0C4329FA9C}"/>
    <dgm:cxn modelId="{F3E93BD4-32F0-4A8D-AEDD-70057A36E2A0}" type="presOf" srcId="{201272F0-B7B3-4CC7-BBC9-B64AC9F417B8}" destId="{0D187778-3C05-4D0E-98EC-512749B53A4E}" srcOrd="0" destOrd="0" presId="urn:microsoft.com/office/officeart/2018/2/layout/IconCircleList"/>
    <dgm:cxn modelId="{397A3BDB-33BF-4BEF-8D9B-C99D7B764C82}" type="presOf" srcId="{DD6410C4-8374-4B7F-B591-3CAF39A3C285}" destId="{CF3F5C5B-C95B-4845-8E27-F0785D9F913E}" srcOrd="0" destOrd="0" presId="urn:microsoft.com/office/officeart/2018/2/layout/IconCircleList"/>
    <dgm:cxn modelId="{05FE6A23-BAC7-4C0B-9080-D99D82F98BB1}" type="presParOf" srcId="{66FF2C06-74AE-42B3-8E69-D3D8E19CA66C}" destId="{240E48ED-9EA4-484C-8C30-F469649A1D52}" srcOrd="0" destOrd="0" presId="urn:microsoft.com/office/officeart/2018/2/layout/IconCircleList"/>
    <dgm:cxn modelId="{8C701102-25BF-4425-B89A-8C908B11A799}" type="presParOf" srcId="{240E48ED-9EA4-484C-8C30-F469649A1D52}" destId="{B8C64C88-5797-47CB-A698-76298EEF1BA9}" srcOrd="0" destOrd="0" presId="urn:microsoft.com/office/officeart/2018/2/layout/IconCircleList"/>
    <dgm:cxn modelId="{1C1DAD01-B905-4071-BC64-3718EEA2DF8F}" type="presParOf" srcId="{B8C64C88-5797-47CB-A698-76298EEF1BA9}" destId="{F563166E-6F09-4D8C-8F6A-A60DB52CCDBB}" srcOrd="0" destOrd="0" presId="urn:microsoft.com/office/officeart/2018/2/layout/IconCircleList"/>
    <dgm:cxn modelId="{F5EF1CE9-306D-4A41-9085-EE563488CCCB}" type="presParOf" srcId="{B8C64C88-5797-47CB-A698-76298EEF1BA9}" destId="{94CEA715-4EC5-4D47-9DDE-43655E590057}" srcOrd="1" destOrd="0" presId="urn:microsoft.com/office/officeart/2018/2/layout/IconCircleList"/>
    <dgm:cxn modelId="{358A2DE2-E69A-4998-B643-5D2B8D16DA4F}" type="presParOf" srcId="{B8C64C88-5797-47CB-A698-76298EEF1BA9}" destId="{3539D184-BD61-4EC5-961D-3A908227DF1A}" srcOrd="2" destOrd="0" presId="urn:microsoft.com/office/officeart/2018/2/layout/IconCircleList"/>
    <dgm:cxn modelId="{55BDF864-A4CC-4F97-8CA7-9EBF8F3F8CE4}" type="presParOf" srcId="{B8C64C88-5797-47CB-A698-76298EEF1BA9}" destId="{1330CFBC-22DF-4F03-B38A-CF20B6F2677C}" srcOrd="3" destOrd="0" presId="urn:microsoft.com/office/officeart/2018/2/layout/IconCircleList"/>
    <dgm:cxn modelId="{4DFDB341-74DC-4ABB-9426-5C20D954EDDA}" type="presParOf" srcId="{240E48ED-9EA4-484C-8C30-F469649A1D52}" destId="{0D187778-3C05-4D0E-98EC-512749B53A4E}" srcOrd="1" destOrd="0" presId="urn:microsoft.com/office/officeart/2018/2/layout/IconCircleList"/>
    <dgm:cxn modelId="{6FC11148-F757-4624-878E-C66711ADEC36}" type="presParOf" srcId="{240E48ED-9EA4-484C-8C30-F469649A1D52}" destId="{1C1E19F2-B1E3-49BE-A8AA-1F884C0DBABA}" srcOrd="2" destOrd="0" presId="urn:microsoft.com/office/officeart/2018/2/layout/IconCircleList"/>
    <dgm:cxn modelId="{5AD878E3-C2BE-434F-B569-EB909EB6423E}" type="presParOf" srcId="{1C1E19F2-B1E3-49BE-A8AA-1F884C0DBABA}" destId="{B585B62E-814C-48DB-94AD-8D7F2EC86ABB}" srcOrd="0" destOrd="0" presId="urn:microsoft.com/office/officeart/2018/2/layout/IconCircleList"/>
    <dgm:cxn modelId="{192B48BA-A5E7-4D35-A3CF-E72EEED35D52}" type="presParOf" srcId="{1C1E19F2-B1E3-49BE-A8AA-1F884C0DBABA}" destId="{D2F044EB-8572-4A78-82A1-6DFB112D7FD2}" srcOrd="1" destOrd="0" presId="urn:microsoft.com/office/officeart/2018/2/layout/IconCircleList"/>
    <dgm:cxn modelId="{F8BD6F7B-2F79-4575-8178-B8B3D3685391}" type="presParOf" srcId="{1C1E19F2-B1E3-49BE-A8AA-1F884C0DBABA}" destId="{2ADF67C5-D678-4903-9BD0-6CF5E5B11512}" srcOrd="2" destOrd="0" presId="urn:microsoft.com/office/officeart/2018/2/layout/IconCircleList"/>
    <dgm:cxn modelId="{EDA5F224-4073-4FF1-A5B8-D5FF7B5878EA}" type="presParOf" srcId="{1C1E19F2-B1E3-49BE-A8AA-1F884C0DBABA}" destId="{5A5E21F1-B16B-4C4F-A478-7F2A748F5703}" srcOrd="3" destOrd="0" presId="urn:microsoft.com/office/officeart/2018/2/layout/IconCircleList"/>
    <dgm:cxn modelId="{6A65EC79-47E2-49C3-BDF0-C055ED1D2AAB}" type="presParOf" srcId="{240E48ED-9EA4-484C-8C30-F469649A1D52}" destId="{10D462EA-18FB-4B7F-8D0F-DFCDEFEF470F}" srcOrd="3" destOrd="0" presId="urn:microsoft.com/office/officeart/2018/2/layout/IconCircleList"/>
    <dgm:cxn modelId="{79E3AEB7-217A-48F6-830A-1BCC9BF2F127}" type="presParOf" srcId="{240E48ED-9EA4-484C-8C30-F469649A1D52}" destId="{A5E7EC3C-9130-48AB-8258-9E2621C53B76}" srcOrd="4" destOrd="0" presId="urn:microsoft.com/office/officeart/2018/2/layout/IconCircleList"/>
    <dgm:cxn modelId="{434D281A-8631-4E82-ADEF-567AC0018A02}" type="presParOf" srcId="{A5E7EC3C-9130-48AB-8258-9E2621C53B76}" destId="{2F35AB1E-A2EB-4B67-8E96-4DDBC969EC68}" srcOrd="0" destOrd="0" presId="urn:microsoft.com/office/officeart/2018/2/layout/IconCircleList"/>
    <dgm:cxn modelId="{BDC32531-B30B-460A-AE07-6E6AF7E4AA97}" type="presParOf" srcId="{A5E7EC3C-9130-48AB-8258-9E2621C53B76}" destId="{2730C41A-6F12-49F9-A993-4F20DAAAB7F8}" srcOrd="1" destOrd="0" presId="urn:microsoft.com/office/officeart/2018/2/layout/IconCircleList"/>
    <dgm:cxn modelId="{EA243F76-9A9D-456F-BF17-B4F8DE26E99C}" type="presParOf" srcId="{A5E7EC3C-9130-48AB-8258-9E2621C53B76}" destId="{C5595445-6DB4-4A42-9F49-9261F84BA6E2}" srcOrd="2" destOrd="0" presId="urn:microsoft.com/office/officeart/2018/2/layout/IconCircleList"/>
    <dgm:cxn modelId="{8660B06C-893E-4A10-8EC6-F85C304B0032}" type="presParOf" srcId="{A5E7EC3C-9130-48AB-8258-9E2621C53B76}" destId="{CF3F5C5B-C95B-4845-8E27-F0785D9F913E}" srcOrd="3" destOrd="0" presId="urn:microsoft.com/office/officeart/2018/2/layout/IconCircleList"/>
    <dgm:cxn modelId="{E87752C4-DFE1-4B0F-8A34-AEA0B87DA4D8}" type="presParOf" srcId="{240E48ED-9EA4-484C-8C30-F469649A1D52}" destId="{17A1B3E3-049B-431F-A0ED-D81B34398B46}" srcOrd="5" destOrd="0" presId="urn:microsoft.com/office/officeart/2018/2/layout/IconCircleList"/>
    <dgm:cxn modelId="{DCECABA6-0497-43F8-AC7E-B5D86BD15B53}" type="presParOf" srcId="{240E48ED-9EA4-484C-8C30-F469649A1D52}" destId="{E6C83D7A-E8E4-41B7-AB26-6B9C2EFCBFE8}" srcOrd="6" destOrd="0" presId="urn:microsoft.com/office/officeart/2018/2/layout/IconCircleList"/>
    <dgm:cxn modelId="{173B91F8-52F3-467D-9BD8-BFBD989600EF}" type="presParOf" srcId="{E6C83D7A-E8E4-41B7-AB26-6B9C2EFCBFE8}" destId="{B1044DEF-BCE4-4C9D-940F-2D0A9F2F5F2C}" srcOrd="0" destOrd="0" presId="urn:microsoft.com/office/officeart/2018/2/layout/IconCircleList"/>
    <dgm:cxn modelId="{3BDC8BC9-1C98-49CC-8CB0-27736C1CADC5}" type="presParOf" srcId="{E6C83D7A-E8E4-41B7-AB26-6B9C2EFCBFE8}" destId="{6EE9792A-D239-4970-9B88-CCC581218BAC}" srcOrd="1" destOrd="0" presId="urn:microsoft.com/office/officeart/2018/2/layout/IconCircleList"/>
    <dgm:cxn modelId="{CE5C4AFA-3D5F-43BB-82BA-692B1BAA6FC1}" type="presParOf" srcId="{E6C83D7A-E8E4-41B7-AB26-6B9C2EFCBFE8}" destId="{AFB30680-377E-4201-801D-DE45B53934ED}" srcOrd="2" destOrd="0" presId="urn:microsoft.com/office/officeart/2018/2/layout/IconCircleList"/>
    <dgm:cxn modelId="{998F5949-B0ED-4666-AD8C-8D85AA5EE724}" type="presParOf" srcId="{E6C83D7A-E8E4-41B7-AB26-6B9C2EFCBFE8}" destId="{5392BFFD-C12B-4299-A27C-E760116482B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3DF9465-E431-4A0A-A690-FA1A1D17591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BA6CAA89-7F39-4F12-B6A1-1E8660C32574}">
      <dgm:prSet phldrT="[Text]" phldr="0"/>
      <dgm:spPr/>
      <dgm:t>
        <a:bodyPr/>
        <a:lstStyle/>
        <a:p>
          <a:r>
            <a:rPr lang="en-US" dirty="0"/>
            <a:t>Dataset(CERT)</a:t>
          </a:r>
          <a:endParaRPr lang="en-IN" dirty="0"/>
        </a:p>
      </dgm:t>
    </dgm:pt>
    <dgm:pt modelId="{B822BA0F-DCC4-4D02-84F2-185AD2593E42}" type="parTrans" cxnId="{E11971CD-8C09-4E5A-A950-4BBE94A487B9}">
      <dgm:prSet/>
      <dgm:spPr/>
      <dgm:t>
        <a:bodyPr/>
        <a:lstStyle/>
        <a:p>
          <a:endParaRPr lang="en-IN"/>
        </a:p>
      </dgm:t>
    </dgm:pt>
    <dgm:pt modelId="{FC3C7538-7252-4278-8FD9-F22AB250E01C}" type="sibTrans" cxnId="{E11971CD-8C09-4E5A-A950-4BBE94A487B9}">
      <dgm:prSet/>
      <dgm:spPr/>
      <dgm:t>
        <a:bodyPr/>
        <a:lstStyle/>
        <a:p>
          <a:endParaRPr lang="en-IN"/>
        </a:p>
      </dgm:t>
    </dgm:pt>
    <dgm:pt modelId="{D9ECF13F-5B8F-4933-BD66-74B191BC3AD5}">
      <dgm:prSet phldrT="[Text]" phldr="0"/>
      <dgm:spPr/>
      <dgm:t>
        <a:bodyPr/>
        <a:lstStyle/>
        <a:p>
          <a:r>
            <a:rPr lang="en-US" dirty="0"/>
            <a:t>Feature Extraction</a:t>
          </a:r>
          <a:endParaRPr lang="en-IN" dirty="0"/>
        </a:p>
      </dgm:t>
    </dgm:pt>
    <dgm:pt modelId="{D674FD80-5094-4BA0-89D8-1B265F803D02}" type="parTrans" cxnId="{B1232AE9-6ACB-4ED1-B0E9-3CE09A361FEE}">
      <dgm:prSet/>
      <dgm:spPr/>
      <dgm:t>
        <a:bodyPr/>
        <a:lstStyle/>
        <a:p>
          <a:endParaRPr lang="en-IN"/>
        </a:p>
      </dgm:t>
    </dgm:pt>
    <dgm:pt modelId="{CE9FB120-2688-4062-A72D-3B266DCE8849}" type="sibTrans" cxnId="{B1232AE9-6ACB-4ED1-B0E9-3CE09A361FEE}">
      <dgm:prSet/>
      <dgm:spPr/>
      <dgm:t>
        <a:bodyPr/>
        <a:lstStyle/>
        <a:p>
          <a:endParaRPr lang="en-IN"/>
        </a:p>
      </dgm:t>
    </dgm:pt>
    <dgm:pt modelId="{E1A755A9-8964-4D86-A6BD-E9945E55FE61}">
      <dgm:prSet phldrT="[Text]" phldr="0"/>
      <dgm:spPr/>
      <dgm:t>
        <a:bodyPr/>
        <a:lstStyle/>
        <a:p>
          <a:r>
            <a:rPr lang="en-US" dirty="0"/>
            <a:t>Synthetic Data Generation(SPCAGAN)</a:t>
          </a:r>
          <a:endParaRPr lang="en-IN" dirty="0"/>
        </a:p>
      </dgm:t>
    </dgm:pt>
    <dgm:pt modelId="{C61D7E32-5C2F-46DB-955B-18991647EF4E}" type="parTrans" cxnId="{35A5E88A-1CC0-4DAD-9D3B-9EF77860A763}">
      <dgm:prSet/>
      <dgm:spPr/>
      <dgm:t>
        <a:bodyPr/>
        <a:lstStyle/>
        <a:p>
          <a:endParaRPr lang="en-IN"/>
        </a:p>
      </dgm:t>
    </dgm:pt>
    <dgm:pt modelId="{F32C4D85-CE3D-4FC7-BC86-4644D7AC61C6}" type="sibTrans" cxnId="{35A5E88A-1CC0-4DAD-9D3B-9EF77860A763}">
      <dgm:prSet/>
      <dgm:spPr/>
      <dgm:t>
        <a:bodyPr/>
        <a:lstStyle/>
        <a:p>
          <a:endParaRPr lang="en-IN"/>
        </a:p>
      </dgm:t>
    </dgm:pt>
    <dgm:pt modelId="{7727F858-27AB-4C1F-924B-058A848A8A2F}">
      <dgm:prSet phldrT="[Text]" phldr="0"/>
      <dgm:spPr/>
      <dgm:t>
        <a:bodyPr/>
        <a:lstStyle/>
        <a:p>
          <a:r>
            <a:rPr lang="en-US" dirty="0"/>
            <a:t>Image Conversion</a:t>
          </a:r>
          <a:endParaRPr lang="en-IN" dirty="0"/>
        </a:p>
      </dgm:t>
    </dgm:pt>
    <dgm:pt modelId="{A832030E-31D6-4E0F-B7E7-8FBCC78A5D0D}" type="parTrans" cxnId="{C43AFFB2-8653-48EF-8FB7-73C015F9DAC3}">
      <dgm:prSet/>
      <dgm:spPr/>
      <dgm:t>
        <a:bodyPr/>
        <a:lstStyle/>
        <a:p>
          <a:endParaRPr lang="en-IN"/>
        </a:p>
      </dgm:t>
    </dgm:pt>
    <dgm:pt modelId="{C6274375-7BE9-41CE-B538-9176EE014335}" type="sibTrans" cxnId="{C43AFFB2-8653-48EF-8FB7-73C015F9DAC3}">
      <dgm:prSet/>
      <dgm:spPr/>
      <dgm:t>
        <a:bodyPr/>
        <a:lstStyle/>
        <a:p>
          <a:endParaRPr lang="en-IN"/>
        </a:p>
      </dgm:t>
    </dgm:pt>
    <dgm:pt modelId="{2109DF12-88F2-4D86-82F5-0C91D8F52663}">
      <dgm:prSet phldrT="[Text]" phldr="0"/>
      <dgm:spPr/>
      <dgm:t>
        <a:bodyPr/>
        <a:lstStyle/>
        <a:p>
          <a:r>
            <a:rPr lang="en-US" dirty="0"/>
            <a:t>WCNN + Classifier</a:t>
          </a:r>
          <a:endParaRPr lang="en-IN" dirty="0"/>
        </a:p>
      </dgm:t>
    </dgm:pt>
    <dgm:pt modelId="{4FBB18C7-DF42-4744-817A-D9B72E324481}" type="parTrans" cxnId="{7867125C-61B8-467F-9B09-CEDC9BDED038}">
      <dgm:prSet/>
      <dgm:spPr/>
      <dgm:t>
        <a:bodyPr/>
        <a:lstStyle/>
        <a:p>
          <a:endParaRPr lang="en-IN"/>
        </a:p>
      </dgm:t>
    </dgm:pt>
    <dgm:pt modelId="{0761AC0E-4446-4CBF-8FF3-EC7B1FFB84BE}" type="sibTrans" cxnId="{7867125C-61B8-467F-9B09-CEDC9BDED038}">
      <dgm:prSet/>
      <dgm:spPr/>
      <dgm:t>
        <a:bodyPr/>
        <a:lstStyle/>
        <a:p>
          <a:endParaRPr lang="en-IN"/>
        </a:p>
      </dgm:t>
    </dgm:pt>
    <dgm:pt modelId="{6F2AF628-17A2-4F04-95DD-97618571DD08}">
      <dgm:prSet phldrT="[Text]" phldr="0"/>
      <dgm:spPr/>
      <dgm:t>
        <a:bodyPr/>
        <a:lstStyle/>
        <a:p>
          <a:r>
            <a:rPr lang="en-US" dirty="0"/>
            <a:t>Decision Module </a:t>
          </a:r>
          <a:endParaRPr lang="en-IN" dirty="0"/>
        </a:p>
      </dgm:t>
    </dgm:pt>
    <dgm:pt modelId="{80B8E903-366D-4C5C-AE53-FFA3CEC8DF90}" type="parTrans" cxnId="{6D94F662-5082-438D-85A8-E98C56ABE6C1}">
      <dgm:prSet/>
      <dgm:spPr/>
      <dgm:t>
        <a:bodyPr/>
        <a:lstStyle/>
        <a:p>
          <a:endParaRPr lang="en-IN"/>
        </a:p>
      </dgm:t>
    </dgm:pt>
    <dgm:pt modelId="{C4B906F3-4138-486C-80B8-15D3F8C7CFDC}" type="sibTrans" cxnId="{6D94F662-5082-438D-85A8-E98C56ABE6C1}">
      <dgm:prSet/>
      <dgm:spPr/>
      <dgm:t>
        <a:bodyPr/>
        <a:lstStyle/>
        <a:p>
          <a:endParaRPr lang="en-IN"/>
        </a:p>
      </dgm:t>
    </dgm:pt>
    <dgm:pt modelId="{65EDDE15-4907-45E1-885F-9E243045CD0C}" type="pres">
      <dgm:prSet presAssocID="{43DF9465-E431-4A0A-A690-FA1A1D175918}" presName="Name0" presStyleCnt="0">
        <dgm:presLayoutVars>
          <dgm:dir/>
          <dgm:resizeHandles val="exact"/>
        </dgm:presLayoutVars>
      </dgm:prSet>
      <dgm:spPr/>
    </dgm:pt>
    <dgm:pt modelId="{979AF543-5F55-4619-98A5-3971E5C09ED7}" type="pres">
      <dgm:prSet presAssocID="{BA6CAA89-7F39-4F12-B6A1-1E8660C32574}" presName="node" presStyleLbl="node1" presStyleIdx="0" presStyleCnt="6">
        <dgm:presLayoutVars>
          <dgm:bulletEnabled val="1"/>
        </dgm:presLayoutVars>
      </dgm:prSet>
      <dgm:spPr/>
    </dgm:pt>
    <dgm:pt modelId="{9D2B0B24-A0A5-4271-9AB1-6177BBED3237}" type="pres">
      <dgm:prSet presAssocID="{FC3C7538-7252-4278-8FD9-F22AB250E01C}" presName="sibTrans" presStyleLbl="sibTrans1D1" presStyleIdx="0" presStyleCnt="5"/>
      <dgm:spPr/>
    </dgm:pt>
    <dgm:pt modelId="{EF5B7CE0-ECB4-47B1-9F46-15BE091A8AD5}" type="pres">
      <dgm:prSet presAssocID="{FC3C7538-7252-4278-8FD9-F22AB250E01C}" presName="connectorText" presStyleLbl="sibTrans1D1" presStyleIdx="0" presStyleCnt="5"/>
      <dgm:spPr/>
    </dgm:pt>
    <dgm:pt modelId="{FA0C12E4-26F7-485B-878B-7000684E4E0E}" type="pres">
      <dgm:prSet presAssocID="{D9ECF13F-5B8F-4933-BD66-74B191BC3AD5}" presName="node" presStyleLbl="node1" presStyleIdx="1" presStyleCnt="6">
        <dgm:presLayoutVars>
          <dgm:bulletEnabled val="1"/>
        </dgm:presLayoutVars>
      </dgm:prSet>
      <dgm:spPr/>
    </dgm:pt>
    <dgm:pt modelId="{3DEF7205-2B0F-4DBD-B3A1-FF26D01AAA85}" type="pres">
      <dgm:prSet presAssocID="{CE9FB120-2688-4062-A72D-3B266DCE8849}" presName="sibTrans" presStyleLbl="sibTrans1D1" presStyleIdx="1" presStyleCnt="5"/>
      <dgm:spPr/>
    </dgm:pt>
    <dgm:pt modelId="{F61A5F06-9014-4947-AB8B-EF73A2C593DA}" type="pres">
      <dgm:prSet presAssocID="{CE9FB120-2688-4062-A72D-3B266DCE8849}" presName="connectorText" presStyleLbl="sibTrans1D1" presStyleIdx="1" presStyleCnt="5"/>
      <dgm:spPr/>
    </dgm:pt>
    <dgm:pt modelId="{C8AC21B9-4A3A-4B68-A702-CCA512AC57E1}" type="pres">
      <dgm:prSet presAssocID="{E1A755A9-8964-4D86-A6BD-E9945E55FE61}" presName="node" presStyleLbl="node1" presStyleIdx="2" presStyleCnt="6">
        <dgm:presLayoutVars>
          <dgm:bulletEnabled val="1"/>
        </dgm:presLayoutVars>
      </dgm:prSet>
      <dgm:spPr/>
    </dgm:pt>
    <dgm:pt modelId="{0909B3E0-9746-4CB0-B06E-F8529753112A}" type="pres">
      <dgm:prSet presAssocID="{F32C4D85-CE3D-4FC7-BC86-4644D7AC61C6}" presName="sibTrans" presStyleLbl="sibTrans1D1" presStyleIdx="2" presStyleCnt="5"/>
      <dgm:spPr/>
    </dgm:pt>
    <dgm:pt modelId="{17A4FF9A-994A-4A08-A424-1FA739C0B7A7}" type="pres">
      <dgm:prSet presAssocID="{F32C4D85-CE3D-4FC7-BC86-4644D7AC61C6}" presName="connectorText" presStyleLbl="sibTrans1D1" presStyleIdx="2" presStyleCnt="5"/>
      <dgm:spPr/>
    </dgm:pt>
    <dgm:pt modelId="{045EBBCA-D33B-4F9A-89B1-B4B2279D26F3}" type="pres">
      <dgm:prSet presAssocID="{7727F858-27AB-4C1F-924B-058A848A8A2F}" presName="node" presStyleLbl="node1" presStyleIdx="3" presStyleCnt="6">
        <dgm:presLayoutVars>
          <dgm:bulletEnabled val="1"/>
        </dgm:presLayoutVars>
      </dgm:prSet>
      <dgm:spPr/>
    </dgm:pt>
    <dgm:pt modelId="{AFFF8732-5B32-429D-A9A2-E0615D6A1987}" type="pres">
      <dgm:prSet presAssocID="{C6274375-7BE9-41CE-B538-9176EE014335}" presName="sibTrans" presStyleLbl="sibTrans1D1" presStyleIdx="3" presStyleCnt="5"/>
      <dgm:spPr/>
    </dgm:pt>
    <dgm:pt modelId="{4C171D24-097C-4662-8104-EDA4F147F8CD}" type="pres">
      <dgm:prSet presAssocID="{C6274375-7BE9-41CE-B538-9176EE014335}" presName="connectorText" presStyleLbl="sibTrans1D1" presStyleIdx="3" presStyleCnt="5"/>
      <dgm:spPr/>
    </dgm:pt>
    <dgm:pt modelId="{1A8CFD12-2770-46B5-9115-CB21483B56AC}" type="pres">
      <dgm:prSet presAssocID="{2109DF12-88F2-4D86-82F5-0C91D8F52663}" presName="node" presStyleLbl="node1" presStyleIdx="4" presStyleCnt="6">
        <dgm:presLayoutVars>
          <dgm:bulletEnabled val="1"/>
        </dgm:presLayoutVars>
      </dgm:prSet>
      <dgm:spPr/>
    </dgm:pt>
    <dgm:pt modelId="{873AC0CC-4594-4666-825F-AC7C2B726BA0}" type="pres">
      <dgm:prSet presAssocID="{0761AC0E-4446-4CBF-8FF3-EC7B1FFB84BE}" presName="sibTrans" presStyleLbl="sibTrans1D1" presStyleIdx="4" presStyleCnt="5"/>
      <dgm:spPr/>
    </dgm:pt>
    <dgm:pt modelId="{B84EE139-4EDB-4146-B3B6-9673A78681CF}" type="pres">
      <dgm:prSet presAssocID="{0761AC0E-4446-4CBF-8FF3-EC7B1FFB84BE}" presName="connectorText" presStyleLbl="sibTrans1D1" presStyleIdx="4" presStyleCnt="5"/>
      <dgm:spPr/>
    </dgm:pt>
    <dgm:pt modelId="{82F039C0-7E4C-46D7-981F-9D454C3E1976}" type="pres">
      <dgm:prSet presAssocID="{6F2AF628-17A2-4F04-95DD-97618571DD08}" presName="node" presStyleLbl="node1" presStyleIdx="5" presStyleCnt="6">
        <dgm:presLayoutVars>
          <dgm:bulletEnabled val="1"/>
        </dgm:presLayoutVars>
      </dgm:prSet>
      <dgm:spPr/>
    </dgm:pt>
  </dgm:ptLst>
  <dgm:cxnLst>
    <dgm:cxn modelId="{8E12EB10-3B25-498B-A802-BA7DE5C2F23D}" type="presOf" srcId="{6F2AF628-17A2-4F04-95DD-97618571DD08}" destId="{82F039C0-7E4C-46D7-981F-9D454C3E1976}" srcOrd="0" destOrd="0" presId="urn:microsoft.com/office/officeart/2016/7/layout/RepeatingBendingProcessNew"/>
    <dgm:cxn modelId="{69047B15-117F-4CDE-BB9F-1EABA04B07B4}" type="presOf" srcId="{CE9FB120-2688-4062-A72D-3B266DCE8849}" destId="{3DEF7205-2B0F-4DBD-B3A1-FF26D01AAA85}" srcOrd="0" destOrd="0" presId="urn:microsoft.com/office/officeart/2016/7/layout/RepeatingBendingProcessNew"/>
    <dgm:cxn modelId="{ECF26C21-6FF3-494F-97E4-2445E8D5A6D4}" type="presOf" srcId="{2109DF12-88F2-4D86-82F5-0C91D8F52663}" destId="{1A8CFD12-2770-46B5-9115-CB21483B56AC}" srcOrd="0" destOrd="0" presId="urn:microsoft.com/office/officeart/2016/7/layout/RepeatingBendingProcessNew"/>
    <dgm:cxn modelId="{7867125C-61B8-467F-9B09-CEDC9BDED038}" srcId="{43DF9465-E431-4A0A-A690-FA1A1D175918}" destId="{2109DF12-88F2-4D86-82F5-0C91D8F52663}" srcOrd="4" destOrd="0" parTransId="{4FBB18C7-DF42-4744-817A-D9B72E324481}" sibTransId="{0761AC0E-4446-4CBF-8FF3-EC7B1FFB84BE}"/>
    <dgm:cxn modelId="{483DF362-5E57-4C49-9C6C-41D471828AB6}" type="presOf" srcId="{43DF9465-E431-4A0A-A690-FA1A1D175918}" destId="{65EDDE15-4907-45E1-885F-9E243045CD0C}" srcOrd="0" destOrd="0" presId="urn:microsoft.com/office/officeart/2016/7/layout/RepeatingBendingProcessNew"/>
    <dgm:cxn modelId="{6D94F662-5082-438D-85A8-E98C56ABE6C1}" srcId="{43DF9465-E431-4A0A-A690-FA1A1D175918}" destId="{6F2AF628-17A2-4F04-95DD-97618571DD08}" srcOrd="5" destOrd="0" parTransId="{80B8E903-366D-4C5C-AE53-FFA3CEC8DF90}" sibTransId="{C4B906F3-4138-486C-80B8-15D3F8C7CFDC}"/>
    <dgm:cxn modelId="{CEE93643-06B9-40B2-A8AD-148E6AEDAFE4}" type="presOf" srcId="{F32C4D85-CE3D-4FC7-BC86-4644D7AC61C6}" destId="{0909B3E0-9746-4CB0-B06E-F8529753112A}" srcOrd="0" destOrd="0" presId="urn:microsoft.com/office/officeart/2016/7/layout/RepeatingBendingProcessNew"/>
    <dgm:cxn modelId="{F1922244-A8F9-4EB0-B8EF-1416A946D1F0}" type="presOf" srcId="{CE9FB120-2688-4062-A72D-3B266DCE8849}" destId="{F61A5F06-9014-4947-AB8B-EF73A2C593DA}" srcOrd="1" destOrd="0" presId="urn:microsoft.com/office/officeart/2016/7/layout/RepeatingBendingProcessNew"/>
    <dgm:cxn modelId="{923ECF4D-E3A3-441D-BDF1-117235A2E997}" type="presOf" srcId="{BA6CAA89-7F39-4F12-B6A1-1E8660C32574}" destId="{979AF543-5F55-4619-98A5-3971E5C09ED7}" srcOrd="0" destOrd="0" presId="urn:microsoft.com/office/officeart/2016/7/layout/RepeatingBendingProcessNew"/>
    <dgm:cxn modelId="{35A5E88A-1CC0-4DAD-9D3B-9EF77860A763}" srcId="{43DF9465-E431-4A0A-A690-FA1A1D175918}" destId="{E1A755A9-8964-4D86-A6BD-E9945E55FE61}" srcOrd="2" destOrd="0" parTransId="{C61D7E32-5C2F-46DB-955B-18991647EF4E}" sibTransId="{F32C4D85-CE3D-4FC7-BC86-4644D7AC61C6}"/>
    <dgm:cxn modelId="{B9E2CD9B-0846-4856-9A44-1E4F07B15481}" type="presOf" srcId="{E1A755A9-8964-4D86-A6BD-E9945E55FE61}" destId="{C8AC21B9-4A3A-4B68-A702-CCA512AC57E1}" srcOrd="0" destOrd="0" presId="urn:microsoft.com/office/officeart/2016/7/layout/RepeatingBendingProcessNew"/>
    <dgm:cxn modelId="{67C103AA-7FFD-44D6-9388-F4C1C46523AE}" type="presOf" srcId="{7727F858-27AB-4C1F-924B-058A848A8A2F}" destId="{045EBBCA-D33B-4F9A-89B1-B4B2279D26F3}" srcOrd="0" destOrd="0" presId="urn:microsoft.com/office/officeart/2016/7/layout/RepeatingBendingProcessNew"/>
    <dgm:cxn modelId="{C43AFFB2-8653-48EF-8FB7-73C015F9DAC3}" srcId="{43DF9465-E431-4A0A-A690-FA1A1D175918}" destId="{7727F858-27AB-4C1F-924B-058A848A8A2F}" srcOrd="3" destOrd="0" parTransId="{A832030E-31D6-4E0F-B7E7-8FBCC78A5D0D}" sibTransId="{C6274375-7BE9-41CE-B538-9176EE014335}"/>
    <dgm:cxn modelId="{B30A63B9-7486-4AEE-9946-468503D7ADCA}" type="presOf" srcId="{0761AC0E-4446-4CBF-8FF3-EC7B1FFB84BE}" destId="{B84EE139-4EDB-4146-B3B6-9673A78681CF}" srcOrd="1" destOrd="0" presId="urn:microsoft.com/office/officeart/2016/7/layout/RepeatingBendingProcessNew"/>
    <dgm:cxn modelId="{7B0CE7CA-B97E-4979-9497-94D65F999C65}" type="presOf" srcId="{0761AC0E-4446-4CBF-8FF3-EC7B1FFB84BE}" destId="{873AC0CC-4594-4666-825F-AC7C2B726BA0}" srcOrd="0" destOrd="0" presId="urn:microsoft.com/office/officeart/2016/7/layout/RepeatingBendingProcessNew"/>
    <dgm:cxn modelId="{E11971CD-8C09-4E5A-A950-4BBE94A487B9}" srcId="{43DF9465-E431-4A0A-A690-FA1A1D175918}" destId="{BA6CAA89-7F39-4F12-B6A1-1E8660C32574}" srcOrd="0" destOrd="0" parTransId="{B822BA0F-DCC4-4D02-84F2-185AD2593E42}" sibTransId="{FC3C7538-7252-4278-8FD9-F22AB250E01C}"/>
    <dgm:cxn modelId="{14116AE4-DD3F-4A00-B832-2195ECF3D23D}" type="presOf" srcId="{FC3C7538-7252-4278-8FD9-F22AB250E01C}" destId="{EF5B7CE0-ECB4-47B1-9F46-15BE091A8AD5}" srcOrd="1" destOrd="0" presId="urn:microsoft.com/office/officeart/2016/7/layout/RepeatingBendingProcessNew"/>
    <dgm:cxn modelId="{ABD535E5-98F3-4FCF-A3F7-0E95CD66A505}" type="presOf" srcId="{C6274375-7BE9-41CE-B538-9176EE014335}" destId="{AFFF8732-5B32-429D-A9A2-E0615D6A1987}" srcOrd="0" destOrd="0" presId="urn:microsoft.com/office/officeart/2016/7/layout/RepeatingBendingProcessNew"/>
    <dgm:cxn modelId="{B1232AE9-6ACB-4ED1-B0E9-3CE09A361FEE}" srcId="{43DF9465-E431-4A0A-A690-FA1A1D175918}" destId="{D9ECF13F-5B8F-4933-BD66-74B191BC3AD5}" srcOrd="1" destOrd="0" parTransId="{D674FD80-5094-4BA0-89D8-1B265F803D02}" sibTransId="{CE9FB120-2688-4062-A72D-3B266DCE8849}"/>
    <dgm:cxn modelId="{159557EC-CA43-4706-B5A8-C43D9305CE48}" type="presOf" srcId="{D9ECF13F-5B8F-4933-BD66-74B191BC3AD5}" destId="{FA0C12E4-26F7-485B-878B-7000684E4E0E}" srcOrd="0" destOrd="0" presId="urn:microsoft.com/office/officeart/2016/7/layout/RepeatingBendingProcessNew"/>
    <dgm:cxn modelId="{329A0BEE-8CBE-4778-8603-7817A05A5921}" type="presOf" srcId="{C6274375-7BE9-41CE-B538-9176EE014335}" destId="{4C171D24-097C-4662-8104-EDA4F147F8CD}" srcOrd="1" destOrd="0" presId="urn:microsoft.com/office/officeart/2016/7/layout/RepeatingBendingProcessNew"/>
    <dgm:cxn modelId="{B5B669F4-4F10-49AB-AEE4-E6B39818B9B7}" type="presOf" srcId="{F32C4D85-CE3D-4FC7-BC86-4644D7AC61C6}" destId="{17A4FF9A-994A-4A08-A424-1FA739C0B7A7}" srcOrd="1" destOrd="0" presId="urn:microsoft.com/office/officeart/2016/7/layout/RepeatingBendingProcessNew"/>
    <dgm:cxn modelId="{21D65CF9-EB34-4639-9A10-1E2C0FC3417C}" type="presOf" srcId="{FC3C7538-7252-4278-8FD9-F22AB250E01C}" destId="{9D2B0B24-A0A5-4271-9AB1-6177BBED3237}" srcOrd="0" destOrd="0" presId="urn:microsoft.com/office/officeart/2016/7/layout/RepeatingBendingProcessNew"/>
    <dgm:cxn modelId="{69AED662-FBB2-4A6A-BD3A-B75E56023377}" type="presParOf" srcId="{65EDDE15-4907-45E1-885F-9E243045CD0C}" destId="{979AF543-5F55-4619-98A5-3971E5C09ED7}" srcOrd="0" destOrd="0" presId="urn:microsoft.com/office/officeart/2016/7/layout/RepeatingBendingProcessNew"/>
    <dgm:cxn modelId="{79D92421-21CF-4C5A-BA93-C86A8809B4C9}" type="presParOf" srcId="{65EDDE15-4907-45E1-885F-9E243045CD0C}" destId="{9D2B0B24-A0A5-4271-9AB1-6177BBED3237}" srcOrd="1" destOrd="0" presId="urn:microsoft.com/office/officeart/2016/7/layout/RepeatingBendingProcessNew"/>
    <dgm:cxn modelId="{C674FE4D-32FD-4553-AA83-5CED176292D1}" type="presParOf" srcId="{9D2B0B24-A0A5-4271-9AB1-6177BBED3237}" destId="{EF5B7CE0-ECB4-47B1-9F46-15BE091A8AD5}" srcOrd="0" destOrd="0" presId="urn:microsoft.com/office/officeart/2016/7/layout/RepeatingBendingProcessNew"/>
    <dgm:cxn modelId="{ECF5A036-781B-47F0-9222-9FD1D2520B9F}" type="presParOf" srcId="{65EDDE15-4907-45E1-885F-9E243045CD0C}" destId="{FA0C12E4-26F7-485B-878B-7000684E4E0E}" srcOrd="2" destOrd="0" presId="urn:microsoft.com/office/officeart/2016/7/layout/RepeatingBendingProcessNew"/>
    <dgm:cxn modelId="{8F5374DB-2A00-42C6-AF28-EC940E215A89}" type="presParOf" srcId="{65EDDE15-4907-45E1-885F-9E243045CD0C}" destId="{3DEF7205-2B0F-4DBD-B3A1-FF26D01AAA85}" srcOrd="3" destOrd="0" presId="urn:microsoft.com/office/officeart/2016/7/layout/RepeatingBendingProcessNew"/>
    <dgm:cxn modelId="{B8DBAFD7-E0F8-4473-A917-7FE6570C65D0}" type="presParOf" srcId="{3DEF7205-2B0F-4DBD-B3A1-FF26D01AAA85}" destId="{F61A5F06-9014-4947-AB8B-EF73A2C593DA}" srcOrd="0" destOrd="0" presId="urn:microsoft.com/office/officeart/2016/7/layout/RepeatingBendingProcessNew"/>
    <dgm:cxn modelId="{CCC07BDD-E691-4952-8695-66BEADF0A15E}" type="presParOf" srcId="{65EDDE15-4907-45E1-885F-9E243045CD0C}" destId="{C8AC21B9-4A3A-4B68-A702-CCA512AC57E1}" srcOrd="4" destOrd="0" presId="urn:microsoft.com/office/officeart/2016/7/layout/RepeatingBendingProcessNew"/>
    <dgm:cxn modelId="{E4F91DF9-4E31-4985-9F86-682AB114B3F0}" type="presParOf" srcId="{65EDDE15-4907-45E1-885F-9E243045CD0C}" destId="{0909B3E0-9746-4CB0-B06E-F8529753112A}" srcOrd="5" destOrd="0" presId="urn:microsoft.com/office/officeart/2016/7/layout/RepeatingBendingProcessNew"/>
    <dgm:cxn modelId="{B06A0702-A2FE-4CC7-AEE9-D9F4CFD9B2C1}" type="presParOf" srcId="{0909B3E0-9746-4CB0-B06E-F8529753112A}" destId="{17A4FF9A-994A-4A08-A424-1FA739C0B7A7}" srcOrd="0" destOrd="0" presId="urn:microsoft.com/office/officeart/2016/7/layout/RepeatingBendingProcessNew"/>
    <dgm:cxn modelId="{79FFF32B-F3DE-4D9B-9A93-13E219C1A093}" type="presParOf" srcId="{65EDDE15-4907-45E1-885F-9E243045CD0C}" destId="{045EBBCA-D33B-4F9A-89B1-B4B2279D26F3}" srcOrd="6" destOrd="0" presId="urn:microsoft.com/office/officeart/2016/7/layout/RepeatingBendingProcessNew"/>
    <dgm:cxn modelId="{25ECA379-ED64-469F-9308-4BE2B357DF40}" type="presParOf" srcId="{65EDDE15-4907-45E1-885F-9E243045CD0C}" destId="{AFFF8732-5B32-429D-A9A2-E0615D6A1987}" srcOrd="7" destOrd="0" presId="urn:microsoft.com/office/officeart/2016/7/layout/RepeatingBendingProcessNew"/>
    <dgm:cxn modelId="{32C6E0D5-AB5A-4B4E-90EB-A9B52C2600F3}" type="presParOf" srcId="{AFFF8732-5B32-429D-A9A2-E0615D6A1987}" destId="{4C171D24-097C-4662-8104-EDA4F147F8CD}" srcOrd="0" destOrd="0" presId="urn:microsoft.com/office/officeart/2016/7/layout/RepeatingBendingProcessNew"/>
    <dgm:cxn modelId="{A7EC6D87-AEED-4ED9-9351-9A075D339B6D}" type="presParOf" srcId="{65EDDE15-4907-45E1-885F-9E243045CD0C}" destId="{1A8CFD12-2770-46B5-9115-CB21483B56AC}" srcOrd="8" destOrd="0" presId="urn:microsoft.com/office/officeart/2016/7/layout/RepeatingBendingProcessNew"/>
    <dgm:cxn modelId="{3E9A2FFA-529B-4148-BB8D-A611752584E5}" type="presParOf" srcId="{65EDDE15-4907-45E1-885F-9E243045CD0C}" destId="{873AC0CC-4594-4666-825F-AC7C2B726BA0}" srcOrd="9" destOrd="0" presId="urn:microsoft.com/office/officeart/2016/7/layout/RepeatingBendingProcessNew"/>
    <dgm:cxn modelId="{D4CAF169-2A76-4A4D-AB0B-4FC6C3410023}" type="presParOf" srcId="{873AC0CC-4594-4666-825F-AC7C2B726BA0}" destId="{B84EE139-4EDB-4146-B3B6-9673A78681CF}" srcOrd="0" destOrd="0" presId="urn:microsoft.com/office/officeart/2016/7/layout/RepeatingBendingProcessNew"/>
    <dgm:cxn modelId="{04B9675C-BF72-42D4-BFC2-9FBF5FD761F7}" type="presParOf" srcId="{65EDDE15-4907-45E1-885F-9E243045CD0C}" destId="{82F039C0-7E4C-46D7-981F-9D454C3E1976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2AF2AEB-B6FA-46C9-B769-D754E8E580E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4337503-1E7F-4483-A35B-C763BBDD090A}">
      <dgm:prSet/>
      <dgm:spPr/>
      <dgm:t>
        <a:bodyPr/>
        <a:lstStyle/>
        <a:p>
          <a:r>
            <a:rPr lang="en-US"/>
            <a:t>1.Review Article prepared on AI/ML-based Insider Threat Detection</a:t>
          </a:r>
        </a:p>
      </dgm:t>
    </dgm:pt>
    <dgm:pt modelId="{15DF1CE7-06E4-421D-B176-044CAE375C69}" type="parTrans" cxnId="{CC60F22D-EF83-47E0-B1A6-D211A69BADFD}">
      <dgm:prSet/>
      <dgm:spPr/>
      <dgm:t>
        <a:bodyPr/>
        <a:lstStyle/>
        <a:p>
          <a:endParaRPr lang="en-US"/>
        </a:p>
      </dgm:t>
    </dgm:pt>
    <dgm:pt modelId="{77FCF82E-A205-42EF-93BF-3AEE98507DC2}" type="sibTrans" cxnId="{CC60F22D-EF83-47E0-B1A6-D211A69BADFD}">
      <dgm:prSet/>
      <dgm:spPr/>
      <dgm:t>
        <a:bodyPr/>
        <a:lstStyle/>
        <a:p>
          <a:endParaRPr lang="en-US"/>
        </a:p>
      </dgm:t>
    </dgm:pt>
    <dgm:pt modelId="{77F55850-D1B5-4577-AA7A-8BB19F7A009E}">
      <dgm:prSet/>
      <dgm:spPr/>
      <dgm:t>
        <a:bodyPr/>
        <a:lstStyle/>
        <a:p>
          <a:r>
            <a:rPr lang="en-US"/>
            <a:t>2.Hybrid Detection Framework Conceptually documented</a:t>
          </a:r>
        </a:p>
      </dgm:t>
    </dgm:pt>
    <dgm:pt modelId="{8985F380-84FE-4C62-BA20-968A2097B44F}" type="parTrans" cxnId="{083DB588-C3A6-47B8-9270-4C4E1ADD30AB}">
      <dgm:prSet/>
      <dgm:spPr/>
      <dgm:t>
        <a:bodyPr/>
        <a:lstStyle/>
        <a:p>
          <a:endParaRPr lang="en-US"/>
        </a:p>
      </dgm:t>
    </dgm:pt>
    <dgm:pt modelId="{439D3ED5-3696-4423-93F0-37A852BF28D1}" type="sibTrans" cxnId="{083DB588-C3A6-47B8-9270-4C4E1ADD30AB}">
      <dgm:prSet/>
      <dgm:spPr/>
      <dgm:t>
        <a:bodyPr/>
        <a:lstStyle/>
        <a:p>
          <a:endParaRPr lang="en-US"/>
        </a:p>
      </dgm:t>
    </dgm:pt>
    <dgm:pt modelId="{B3596211-F157-4C8C-9DEE-27589BB6C01B}">
      <dgm:prSet/>
      <dgm:spPr/>
      <dgm:t>
        <a:bodyPr/>
        <a:lstStyle/>
        <a:p>
          <a:r>
            <a:rPr lang="en-US"/>
            <a:t>3.Scope Identified for Future Implementation and Academic Publication</a:t>
          </a:r>
        </a:p>
      </dgm:t>
    </dgm:pt>
    <dgm:pt modelId="{0A405EAB-6A50-4BAC-B860-31C6DE91D3A0}" type="parTrans" cxnId="{A1B419FE-E4F1-41ED-AC56-A062CB3189FB}">
      <dgm:prSet/>
      <dgm:spPr/>
      <dgm:t>
        <a:bodyPr/>
        <a:lstStyle/>
        <a:p>
          <a:endParaRPr lang="en-US"/>
        </a:p>
      </dgm:t>
    </dgm:pt>
    <dgm:pt modelId="{2B709A17-83D6-49E8-B781-B92C91908987}" type="sibTrans" cxnId="{A1B419FE-E4F1-41ED-AC56-A062CB3189FB}">
      <dgm:prSet/>
      <dgm:spPr/>
      <dgm:t>
        <a:bodyPr/>
        <a:lstStyle/>
        <a:p>
          <a:endParaRPr lang="en-US"/>
        </a:p>
      </dgm:t>
    </dgm:pt>
    <dgm:pt modelId="{1AD42CA3-81E4-4F11-BF23-40A1912C6DB2}" type="pres">
      <dgm:prSet presAssocID="{82AF2AEB-B6FA-46C9-B769-D754E8E580E3}" presName="root" presStyleCnt="0">
        <dgm:presLayoutVars>
          <dgm:dir/>
          <dgm:resizeHandles val="exact"/>
        </dgm:presLayoutVars>
      </dgm:prSet>
      <dgm:spPr/>
    </dgm:pt>
    <dgm:pt modelId="{7E5DAD44-3AF8-44B7-A09C-31ECB8B61711}" type="pres">
      <dgm:prSet presAssocID="{E4337503-1E7F-4483-A35B-C763BBDD090A}" presName="compNode" presStyleCnt="0"/>
      <dgm:spPr/>
    </dgm:pt>
    <dgm:pt modelId="{E57C60C8-BCEA-47B4-A905-732556CCA334}" type="pres">
      <dgm:prSet presAssocID="{E4337503-1E7F-4483-A35B-C763BBDD090A}" presName="bgRect" presStyleLbl="bgShp" presStyleIdx="0" presStyleCnt="3"/>
      <dgm:spPr/>
    </dgm:pt>
    <dgm:pt modelId="{3935E058-1FFF-411C-AD0B-DC4800586BC2}" type="pres">
      <dgm:prSet presAssocID="{E4337503-1E7F-4483-A35B-C763BBDD090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46B2694A-0006-4CD0-8801-54559A969080}" type="pres">
      <dgm:prSet presAssocID="{E4337503-1E7F-4483-A35B-C763BBDD090A}" presName="spaceRect" presStyleCnt="0"/>
      <dgm:spPr/>
    </dgm:pt>
    <dgm:pt modelId="{88102023-838B-4EB0-B052-CCCB59924CC9}" type="pres">
      <dgm:prSet presAssocID="{E4337503-1E7F-4483-A35B-C763BBDD090A}" presName="parTx" presStyleLbl="revTx" presStyleIdx="0" presStyleCnt="3">
        <dgm:presLayoutVars>
          <dgm:chMax val="0"/>
          <dgm:chPref val="0"/>
        </dgm:presLayoutVars>
      </dgm:prSet>
      <dgm:spPr/>
    </dgm:pt>
    <dgm:pt modelId="{BF37A3E0-5861-4FFB-8992-348CC4C305FE}" type="pres">
      <dgm:prSet presAssocID="{77FCF82E-A205-42EF-93BF-3AEE98507DC2}" presName="sibTrans" presStyleCnt="0"/>
      <dgm:spPr/>
    </dgm:pt>
    <dgm:pt modelId="{97BFB102-9868-436E-A06C-35858859B22B}" type="pres">
      <dgm:prSet presAssocID="{77F55850-D1B5-4577-AA7A-8BB19F7A009E}" presName="compNode" presStyleCnt="0"/>
      <dgm:spPr/>
    </dgm:pt>
    <dgm:pt modelId="{5D97FF6C-75F3-4549-8993-EC34A0A243BF}" type="pres">
      <dgm:prSet presAssocID="{77F55850-D1B5-4577-AA7A-8BB19F7A009E}" presName="bgRect" presStyleLbl="bgShp" presStyleIdx="1" presStyleCnt="3"/>
      <dgm:spPr/>
    </dgm:pt>
    <dgm:pt modelId="{E21A11A0-CB91-4550-B6C5-8CAAF49C2A29}" type="pres">
      <dgm:prSet presAssocID="{77F55850-D1B5-4577-AA7A-8BB19F7A009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6514A38-60B8-4E16-9C05-45B1EEA5E57E}" type="pres">
      <dgm:prSet presAssocID="{77F55850-D1B5-4577-AA7A-8BB19F7A009E}" presName="spaceRect" presStyleCnt="0"/>
      <dgm:spPr/>
    </dgm:pt>
    <dgm:pt modelId="{9894DDA8-68B1-486A-AAC2-041F0C9D1564}" type="pres">
      <dgm:prSet presAssocID="{77F55850-D1B5-4577-AA7A-8BB19F7A009E}" presName="parTx" presStyleLbl="revTx" presStyleIdx="1" presStyleCnt="3">
        <dgm:presLayoutVars>
          <dgm:chMax val="0"/>
          <dgm:chPref val="0"/>
        </dgm:presLayoutVars>
      </dgm:prSet>
      <dgm:spPr/>
    </dgm:pt>
    <dgm:pt modelId="{5598B768-849D-42FA-AF6A-8BD19DF91562}" type="pres">
      <dgm:prSet presAssocID="{439D3ED5-3696-4423-93F0-37A852BF28D1}" presName="sibTrans" presStyleCnt="0"/>
      <dgm:spPr/>
    </dgm:pt>
    <dgm:pt modelId="{E4447C17-55FE-4BC1-95C8-11DA6189CF4D}" type="pres">
      <dgm:prSet presAssocID="{B3596211-F157-4C8C-9DEE-27589BB6C01B}" presName="compNode" presStyleCnt="0"/>
      <dgm:spPr/>
    </dgm:pt>
    <dgm:pt modelId="{F229BEFC-6DF5-4347-8009-864255A8E393}" type="pres">
      <dgm:prSet presAssocID="{B3596211-F157-4C8C-9DEE-27589BB6C01B}" presName="bgRect" presStyleLbl="bgShp" presStyleIdx="2" presStyleCnt="3"/>
      <dgm:spPr/>
    </dgm:pt>
    <dgm:pt modelId="{2EF2DD88-B97A-42E5-B2BF-2F2A152D37F6}" type="pres">
      <dgm:prSet presAssocID="{B3596211-F157-4C8C-9DEE-27589BB6C01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3C72CB80-4F55-4FC2-B185-8BECCB6D0C3A}" type="pres">
      <dgm:prSet presAssocID="{B3596211-F157-4C8C-9DEE-27589BB6C01B}" presName="spaceRect" presStyleCnt="0"/>
      <dgm:spPr/>
    </dgm:pt>
    <dgm:pt modelId="{1F43A0A1-A684-4A6F-9331-8B2F88A0FA06}" type="pres">
      <dgm:prSet presAssocID="{B3596211-F157-4C8C-9DEE-27589BB6C01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C60F22D-EF83-47E0-B1A6-D211A69BADFD}" srcId="{82AF2AEB-B6FA-46C9-B769-D754E8E580E3}" destId="{E4337503-1E7F-4483-A35B-C763BBDD090A}" srcOrd="0" destOrd="0" parTransId="{15DF1CE7-06E4-421D-B176-044CAE375C69}" sibTransId="{77FCF82E-A205-42EF-93BF-3AEE98507DC2}"/>
    <dgm:cxn modelId="{034D4E4A-7794-44FD-8976-4FDA61DC4F2A}" type="presOf" srcId="{B3596211-F157-4C8C-9DEE-27589BB6C01B}" destId="{1F43A0A1-A684-4A6F-9331-8B2F88A0FA06}" srcOrd="0" destOrd="0" presId="urn:microsoft.com/office/officeart/2018/2/layout/IconVerticalSolidList"/>
    <dgm:cxn modelId="{4FE66659-C248-4B04-A44F-0B4CDDB0DF90}" type="presOf" srcId="{82AF2AEB-B6FA-46C9-B769-D754E8E580E3}" destId="{1AD42CA3-81E4-4F11-BF23-40A1912C6DB2}" srcOrd="0" destOrd="0" presId="urn:microsoft.com/office/officeart/2018/2/layout/IconVerticalSolidList"/>
    <dgm:cxn modelId="{083DB588-C3A6-47B8-9270-4C4E1ADD30AB}" srcId="{82AF2AEB-B6FA-46C9-B769-D754E8E580E3}" destId="{77F55850-D1B5-4577-AA7A-8BB19F7A009E}" srcOrd="1" destOrd="0" parTransId="{8985F380-84FE-4C62-BA20-968A2097B44F}" sibTransId="{439D3ED5-3696-4423-93F0-37A852BF28D1}"/>
    <dgm:cxn modelId="{DEC539E0-E20C-4A33-B0A5-CC1937B3D4F0}" type="presOf" srcId="{77F55850-D1B5-4577-AA7A-8BB19F7A009E}" destId="{9894DDA8-68B1-486A-AAC2-041F0C9D1564}" srcOrd="0" destOrd="0" presId="urn:microsoft.com/office/officeart/2018/2/layout/IconVerticalSolidList"/>
    <dgm:cxn modelId="{7F6B77F7-634B-4F25-81CF-846356572CCE}" type="presOf" srcId="{E4337503-1E7F-4483-A35B-C763BBDD090A}" destId="{88102023-838B-4EB0-B052-CCCB59924CC9}" srcOrd="0" destOrd="0" presId="urn:microsoft.com/office/officeart/2018/2/layout/IconVerticalSolidList"/>
    <dgm:cxn modelId="{A1B419FE-E4F1-41ED-AC56-A062CB3189FB}" srcId="{82AF2AEB-B6FA-46C9-B769-D754E8E580E3}" destId="{B3596211-F157-4C8C-9DEE-27589BB6C01B}" srcOrd="2" destOrd="0" parTransId="{0A405EAB-6A50-4BAC-B860-31C6DE91D3A0}" sibTransId="{2B709A17-83D6-49E8-B781-B92C91908987}"/>
    <dgm:cxn modelId="{F46DDAC3-CF70-41F1-8A46-3A4F750AB810}" type="presParOf" srcId="{1AD42CA3-81E4-4F11-BF23-40A1912C6DB2}" destId="{7E5DAD44-3AF8-44B7-A09C-31ECB8B61711}" srcOrd="0" destOrd="0" presId="urn:microsoft.com/office/officeart/2018/2/layout/IconVerticalSolidList"/>
    <dgm:cxn modelId="{F268D2E7-D7A1-4137-BAF3-C8425C3B68A2}" type="presParOf" srcId="{7E5DAD44-3AF8-44B7-A09C-31ECB8B61711}" destId="{E57C60C8-BCEA-47B4-A905-732556CCA334}" srcOrd="0" destOrd="0" presId="urn:microsoft.com/office/officeart/2018/2/layout/IconVerticalSolidList"/>
    <dgm:cxn modelId="{D3EFD64E-14B5-454C-BB53-4E0B6220325A}" type="presParOf" srcId="{7E5DAD44-3AF8-44B7-A09C-31ECB8B61711}" destId="{3935E058-1FFF-411C-AD0B-DC4800586BC2}" srcOrd="1" destOrd="0" presId="urn:microsoft.com/office/officeart/2018/2/layout/IconVerticalSolidList"/>
    <dgm:cxn modelId="{63FDEEEA-261C-4F01-B20A-4E5310D2DCDF}" type="presParOf" srcId="{7E5DAD44-3AF8-44B7-A09C-31ECB8B61711}" destId="{46B2694A-0006-4CD0-8801-54559A969080}" srcOrd="2" destOrd="0" presId="urn:microsoft.com/office/officeart/2018/2/layout/IconVerticalSolidList"/>
    <dgm:cxn modelId="{3A5B010C-88D9-4C59-8C86-27F1BC3D8ED9}" type="presParOf" srcId="{7E5DAD44-3AF8-44B7-A09C-31ECB8B61711}" destId="{88102023-838B-4EB0-B052-CCCB59924CC9}" srcOrd="3" destOrd="0" presId="urn:microsoft.com/office/officeart/2018/2/layout/IconVerticalSolidList"/>
    <dgm:cxn modelId="{FEDA1CE9-991B-466C-9590-2CFAD7664469}" type="presParOf" srcId="{1AD42CA3-81E4-4F11-BF23-40A1912C6DB2}" destId="{BF37A3E0-5861-4FFB-8992-348CC4C305FE}" srcOrd="1" destOrd="0" presId="urn:microsoft.com/office/officeart/2018/2/layout/IconVerticalSolidList"/>
    <dgm:cxn modelId="{FB16C9D9-AAC8-4F0E-848E-409C104C3D5E}" type="presParOf" srcId="{1AD42CA3-81E4-4F11-BF23-40A1912C6DB2}" destId="{97BFB102-9868-436E-A06C-35858859B22B}" srcOrd="2" destOrd="0" presId="urn:microsoft.com/office/officeart/2018/2/layout/IconVerticalSolidList"/>
    <dgm:cxn modelId="{56539891-294E-4916-A86F-4DD35D230D74}" type="presParOf" srcId="{97BFB102-9868-436E-A06C-35858859B22B}" destId="{5D97FF6C-75F3-4549-8993-EC34A0A243BF}" srcOrd="0" destOrd="0" presId="urn:microsoft.com/office/officeart/2018/2/layout/IconVerticalSolidList"/>
    <dgm:cxn modelId="{2B352F06-65CE-48A9-A84F-3966B24A2A27}" type="presParOf" srcId="{97BFB102-9868-436E-A06C-35858859B22B}" destId="{E21A11A0-CB91-4550-B6C5-8CAAF49C2A29}" srcOrd="1" destOrd="0" presId="urn:microsoft.com/office/officeart/2018/2/layout/IconVerticalSolidList"/>
    <dgm:cxn modelId="{2D1B1CC9-D5C2-4706-B374-40913C08BC45}" type="presParOf" srcId="{97BFB102-9868-436E-A06C-35858859B22B}" destId="{C6514A38-60B8-4E16-9C05-45B1EEA5E57E}" srcOrd="2" destOrd="0" presId="urn:microsoft.com/office/officeart/2018/2/layout/IconVerticalSolidList"/>
    <dgm:cxn modelId="{AEF8D913-7270-4BF3-B9ED-68CCC0C95928}" type="presParOf" srcId="{97BFB102-9868-436E-A06C-35858859B22B}" destId="{9894DDA8-68B1-486A-AAC2-041F0C9D1564}" srcOrd="3" destOrd="0" presId="urn:microsoft.com/office/officeart/2018/2/layout/IconVerticalSolidList"/>
    <dgm:cxn modelId="{274BE92F-9089-4673-A1F8-BD524841B6D2}" type="presParOf" srcId="{1AD42CA3-81E4-4F11-BF23-40A1912C6DB2}" destId="{5598B768-849D-42FA-AF6A-8BD19DF91562}" srcOrd="3" destOrd="0" presId="urn:microsoft.com/office/officeart/2018/2/layout/IconVerticalSolidList"/>
    <dgm:cxn modelId="{E141B7EF-3AD8-4F6D-A970-B1910446575E}" type="presParOf" srcId="{1AD42CA3-81E4-4F11-BF23-40A1912C6DB2}" destId="{E4447C17-55FE-4BC1-95C8-11DA6189CF4D}" srcOrd="4" destOrd="0" presId="urn:microsoft.com/office/officeart/2018/2/layout/IconVerticalSolidList"/>
    <dgm:cxn modelId="{F89830C0-5783-4A00-8DC0-1B698C5CB9DE}" type="presParOf" srcId="{E4447C17-55FE-4BC1-95C8-11DA6189CF4D}" destId="{F229BEFC-6DF5-4347-8009-864255A8E393}" srcOrd="0" destOrd="0" presId="urn:microsoft.com/office/officeart/2018/2/layout/IconVerticalSolidList"/>
    <dgm:cxn modelId="{37AF1183-FF4E-4B8D-9C60-264C5E2D4D87}" type="presParOf" srcId="{E4447C17-55FE-4BC1-95C8-11DA6189CF4D}" destId="{2EF2DD88-B97A-42E5-B2BF-2F2A152D37F6}" srcOrd="1" destOrd="0" presId="urn:microsoft.com/office/officeart/2018/2/layout/IconVerticalSolidList"/>
    <dgm:cxn modelId="{1F47D8F0-B9DA-4082-864E-F74173333E88}" type="presParOf" srcId="{E4447C17-55FE-4BC1-95C8-11DA6189CF4D}" destId="{3C72CB80-4F55-4FC2-B185-8BECCB6D0C3A}" srcOrd="2" destOrd="0" presId="urn:microsoft.com/office/officeart/2018/2/layout/IconVerticalSolidList"/>
    <dgm:cxn modelId="{DF464127-3DD9-41E3-9FD5-87ECE810B696}" type="presParOf" srcId="{E4447C17-55FE-4BC1-95C8-11DA6189CF4D}" destId="{1F43A0A1-A684-4A6F-9331-8B2F88A0FA0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5D9F1FB-088D-43DE-8049-F0EA41CDFB3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FE48BAC-8121-480F-AB49-F3143E534429}">
      <dgm:prSet/>
      <dgm:spPr/>
      <dgm:t>
        <a:bodyPr/>
        <a:lstStyle/>
        <a:p>
          <a:r>
            <a:rPr lang="en-US"/>
            <a:t>Al-Mhiqani, M. N.; Ahmad, R.; Z. Z. Abidin; Yassin, W.; Hassan, A.; Abdulkareem, K. H.; Ali, N. S.; Yunos, Z. A Review of Insider Threat Detection: Classification, Machine Learning Techniques, Datasets, Open Challenges, and Recommendations. Applied Sciences(MDPI), Vol.10, Issue 15, Article 5208,2020.</a:t>
          </a:r>
        </a:p>
      </dgm:t>
    </dgm:pt>
    <dgm:pt modelId="{CDD9B69A-ADB3-47AA-8F29-4BB261CE482A}" type="parTrans" cxnId="{1B1D268B-29C6-4AB1-AC80-8ABA3B31C7EB}">
      <dgm:prSet/>
      <dgm:spPr/>
      <dgm:t>
        <a:bodyPr/>
        <a:lstStyle/>
        <a:p>
          <a:endParaRPr lang="en-US"/>
        </a:p>
      </dgm:t>
    </dgm:pt>
    <dgm:pt modelId="{8ACC40B1-50A8-45F8-B65C-47C871986B08}" type="sibTrans" cxnId="{1B1D268B-29C6-4AB1-AC80-8ABA3B31C7EB}">
      <dgm:prSet/>
      <dgm:spPr/>
      <dgm:t>
        <a:bodyPr/>
        <a:lstStyle/>
        <a:p>
          <a:endParaRPr lang="en-US"/>
        </a:p>
      </dgm:t>
    </dgm:pt>
    <dgm:pt modelId="{21E861C7-C23F-4575-A8B8-2B5AC7C7C057}">
      <dgm:prSet/>
      <dgm:spPr/>
      <dgm:t>
        <a:bodyPr/>
        <a:lstStyle/>
        <a:p>
          <a:r>
            <a:rPr lang="en-US"/>
            <a:t>Gayathri, R. G.; Sajjanhar, A.; Yong Xiang. Hybrid deep learning model using SPCAGAN augmentation for insider threat analysis. Expert Systems with Applications, Vol. 249, Part A, Article 123533, September 2024.</a:t>
          </a:r>
        </a:p>
      </dgm:t>
    </dgm:pt>
    <dgm:pt modelId="{C7AF3A54-E38B-4A69-B456-6D9B0EEC945B}" type="parTrans" cxnId="{450B415E-826E-4F3F-89EA-BB6CFA9DE203}">
      <dgm:prSet/>
      <dgm:spPr/>
      <dgm:t>
        <a:bodyPr/>
        <a:lstStyle/>
        <a:p>
          <a:endParaRPr lang="en-US"/>
        </a:p>
      </dgm:t>
    </dgm:pt>
    <dgm:pt modelId="{187BFC0E-4BBB-4138-A511-8A62A9807624}" type="sibTrans" cxnId="{450B415E-826E-4F3F-89EA-BB6CFA9DE203}">
      <dgm:prSet/>
      <dgm:spPr/>
      <dgm:t>
        <a:bodyPr/>
        <a:lstStyle/>
        <a:p>
          <a:endParaRPr lang="en-US"/>
        </a:p>
      </dgm:t>
    </dgm:pt>
    <dgm:pt modelId="{04F6A0B3-9AEF-417E-88B2-37E45BE60AD9}">
      <dgm:prSet/>
      <dgm:spPr/>
      <dgm:t>
        <a:bodyPr/>
        <a:lstStyle/>
        <a:p>
          <a:r>
            <a:rPr lang="en-US"/>
            <a:t>Randive, K.; R. Mohan; Ambairam Muthu Sivakrishna. An efficient pattern-based approach for insider threat classification using the image-based feature representation. Journal of Information Security and Applications, Vol. 73, Article 103434, 2023. </a:t>
          </a:r>
        </a:p>
      </dgm:t>
    </dgm:pt>
    <dgm:pt modelId="{3D5230D6-AF1F-4E5A-B57D-4BE94034881E}" type="parTrans" cxnId="{0F5531FD-1F8A-49AB-83C0-62B7948F163C}">
      <dgm:prSet/>
      <dgm:spPr/>
      <dgm:t>
        <a:bodyPr/>
        <a:lstStyle/>
        <a:p>
          <a:endParaRPr lang="en-US"/>
        </a:p>
      </dgm:t>
    </dgm:pt>
    <dgm:pt modelId="{2300708D-F9D3-4593-B622-419D730989C0}" type="sibTrans" cxnId="{0F5531FD-1F8A-49AB-83C0-62B7948F163C}">
      <dgm:prSet/>
      <dgm:spPr/>
      <dgm:t>
        <a:bodyPr/>
        <a:lstStyle/>
        <a:p>
          <a:endParaRPr lang="en-US"/>
        </a:p>
      </dgm:t>
    </dgm:pt>
    <dgm:pt modelId="{D620A1B0-365D-4264-8520-5D956D0E68D4}">
      <dgm:prSet/>
      <dgm:spPr/>
      <dgm:t>
        <a:bodyPr/>
        <a:lstStyle/>
        <a:p>
          <a:r>
            <a:rPr lang="en-US"/>
            <a:t>4.     Xiao, J.; et al. Robust Anomaly-Based Insider Threat Detection Using Graph Neural Network. IEEE Transactions on Network and Service Management, Vol. 20, Issue 3, 2022.</a:t>
          </a:r>
        </a:p>
      </dgm:t>
    </dgm:pt>
    <dgm:pt modelId="{3E61B84D-FF15-4C97-B2AE-8BD9C35B3840}" type="parTrans" cxnId="{F32FFE09-AECF-4C2D-A277-110FD75974FF}">
      <dgm:prSet/>
      <dgm:spPr/>
      <dgm:t>
        <a:bodyPr/>
        <a:lstStyle/>
        <a:p>
          <a:endParaRPr lang="en-US"/>
        </a:p>
      </dgm:t>
    </dgm:pt>
    <dgm:pt modelId="{D419FF26-E564-4E73-B365-36EDF09F54E2}" type="sibTrans" cxnId="{F32FFE09-AECF-4C2D-A277-110FD75974FF}">
      <dgm:prSet/>
      <dgm:spPr/>
      <dgm:t>
        <a:bodyPr/>
        <a:lstStyle/>
        <a:p>
          <a:endParaRPr lang="en-US"/>
        </a:p>
      </dgm:t>
    </dgm:pt>
    <dgm:pt modelId="{9D64DF4E-C42A-4105-8CD2-FFEFBEED5C8A}" type="pres">
      <dgm:prSet presAssocID="{C5D9F1FB-088D-43DE-8049-F0EA41CDFB37}" presName="vert0" presStyleCnt="0">
        <dgm:presLayoutVars>
          <dgm:dir/>
          <dgm:animOne val="branch"/>
          <dgm:animLvl val="lvl"/>
        </dgm:presLayoutVars>
      </dgm:prSet>
      <dgm:spPr/>
    </dgm:pt>
    <dgm:pt modelId="{D713FC02-58FA-45B1-B809-76C65D57B080}" type="pres">
      <dgm:prSet presAssocID="{6FE48BAC-8121-480F-AB49-F3143E534429}" presName="thickLine" presStyleLbl="alignNode1" presStyleIdx="0" presStyleCnt="4"/>
      <dgm:spPr/>
    </dgm:pt>
    <dgm:pt modelId="{0A64B030-4F85-432B-9798-BE865F784B82}" type="pres">
      <dgm:prSet presAssocID="{6FE48BAC-8121-480F-AB49-F3143E534429}" presName="horz1" presStyleCnt="0"/>
      <dgm:spPr/>
    </dgm:pt>
    <dgm:pt modelId="{01FCE50F-D874-4AFF-9526-4AF4340D2333}" type="pres">
      <dgm:prSet presAssocID="{6FE48BAC-8121-480F-AB49-F3143E534429}" presName="tx1" presStyleLbl="revTx" presStyleIdx="0" presStyleCnt="4"/>
      <dgm:spPr/>
    </dgm:pt>
    <dgm:pt modelId="{0CE79375-7E80-4CF7-8DF5-8BE6B982A423}" type="pres">
      <dgm:prSet presAssocID="{6FE48BAC-8121-480F-AB49-F3143E534429}" presName="vert1" presStyleCnt="0"/>
      <dgm:spPr/>
    </dgm:pt>
    <dgm:pt modelId="{C1BD7B47-2834-470B-A7AA-3F53F4F6DBCC}" type="pres">
      <dgm:prSet presAssocID="{21E861C7-C23F-4575-A8B8-2B5AC7C7C057}" presName="thickLine" presStyleLbl="alignNode1" presStyleIdx="1" presStyleCnt="4"/>
      <dgm:spPr/>
    </dgm:pt>
    <dgm:pt modelId="{959E80C4-C80D-462B-BA6C-471F79D2EDC5}" type="pres">
      <dgm:prSet presAssocID="{21E861C7-C23F-4575-A8B8-2B5AC7C7C057}" presName="horz1" presStyleCnt="0"/>
      <dgm:spPr/>
    </dgm:pt>
    <dgm:pt modelId="{AB4B7F88-FB62-4612-B51E-0BC3AAE2B4E8}" type="pres">
      <dgm:prSet presAssocID="{21E861C7-C23F-4575-A8B8-2B5AC7C7C057}" presName="tx1" presStyleLbl="revTx" presStyleIdx="1" presStyleCnt="4"/>
      <dgm:spPr/>
    </dgm:pt>
    <dgm:pt modelId="{3EA3BC63-8EBE-4D7D-A5AD-4EDC22587FEA}" type="pres">
      <dgm:prSet presAssocID="{21E861C7-C23F-4575-A8B8-2B5AC7C7C057}" presName="vert1" presStyleCnt="0"/>
      <dgm:spPr/>
    </dgm:pt>
    <dgm:pt modelId="{16221D3F-1DC0-469A-A1D8-D69EC8A62F45}" type="pres">
      <dgm:prSet presAssocID="{04F6A0B3-9AEF-417E-88B2-37E45BE60AD9}" presName="thickLine" presStyleLbl="alignNode1" presStyleIdx="2" presStyleCnt="4"/>
      <dgm:spPr/>
    </dgm:pt>
    <dgm:pt modelId="{F96EFB85-1652-44A0-A032-EF0A0C490F9E}" type="pres">
      <dgm:prSet presAssocID="{04F6A0B3-9AEF-417E-88B2-37E45BE60AD9}" presName="horz1" presStyleCnt="0"/>
      <dgm:spPr/>
    </dgm:pt>
    <dgm:pt modelId="{2404493F-72D2-410F-8BC3-E4F4D5B3AC51}" type="pres">
      <dgm:prSet presAssocID="{04F6A0B3-9AEF-417E-88B2-37E45BE60AD9}" presName="tx1" presStyleLbl="revTx" presStyleIdx="2" presStyleCnt="4"/>
      <dgm:spPr/>
    </dgm:pt>
    <dgm:pt modelId="{DDA6A5EB-48D9-4CC0-B703-CC093BF7AF1E}" type="pres">
      <dgm:prSet presAssocID="{04F6A0B3-9AEF-417E-88B2-37E45BE60AD9}" presName="vert1" presStyleCnt="0"/>
      <dgm:spPr/>
    </dgm:pt>
    <dgm:pt modelId="{F41280FC-896D-4532-8BD8-36201EA19301}" type="pres">
      <dgm:prSet presAssocID="{D620A1B0-365D-4264-8520-5D956D0E68D4}" presName="thickLine" presStyleLbl="alignNode1" presStyleIdx="3" presStyleCnt="4"/>
      <dgm:spPr/>
    </dgm:pt>
    <dgm:pt modelId="{831F41AA-E4CD-4F1D-B4AF-CD05889CB3BF}" type="pres">
      <dgm:prSet presAssocID="{D620A1B0-365D-4264-8520-5D956D0E68D4}" presName="horz1" presStyleCnt="0"/>
      <dgm:spPr/>
    </dgm:pt>
    <dgm:pt modelId="{EE81AE27-5EE5-4154-9425-DED6A0F596B6}" type="pres">
      <dgm:prSet presAssocID="{D620A1B0-365D-4264-8520-5D956D0E68D4}" presName="tx1" presStyleLbl="revTx" presStyleIdx="3" presStyleCnt="4"/>
      <dgm:spPr/>
    </dgm:pt>
    <dgm:pt modelId="{0FB98984-9D90-4317-9EA8-088DDDD8A120}" type="pres">
      <dgm:prSet presAssocID="{D620A1B0-365D-4264-8520-5D956D0E68D4}" presName="vert1" presStyleCnt="0"/>
      <dgm:spPr/>
    </dgm:pt>
  </dgm:ptLst>
  <dgm:cxnLst>
    <dgm:cxn modelId="{F32FFE09-AECF-4C2D-A277-110FD75974FF}" srcId="{C5D9F1FB-088D-43DE-8049-F0EA41CDFB37}" destId="{D620A1B0-365D-4264-8520-5D956D0E68D4}" srcOrd="3" destOrd="0" parTransId="{3E61B84D-FF15-4C97-B2AE-8BD9C35B3840}" sibTransId="{D419FF26-E564-4E73-B365-36EDF09F54E2}"/>
    <dgm:cxn modelId="{AED7983E-B11F-4632-8401-F1DE940032D5}" type="presOf" srcId="{6FE48BAC-8121-480F-AB49-F3143E534429}" destId="{01FCE50F-D874-4AFF-9526-4AF4340D2333}" srcOrd="0" destOrd="0" presId="urn:microsoft.com/office/officeart/2008/layout/LinedList"/>
    <dgm:cxn modelId="{668C3640-6F44-4F4C-B2BF-B99EA76C92C7}" type="presOf" srcId="{C5D9F1FB-088D-43DE-8049-F0EA41CDFB37}" destId="{9D64DF4E-C42A-4105-8CD2-FFEFBEED5C8A}" srcOrd="0" destOrd="0" presId="urn:microsoft.com/office/officeart/2008/layout/LinedList"/>
    <dgm:cxn modelId="{450B415E-826E-4F3F-89EA-BB6CFA9DE203}" srcId="{C5D9F1FB-088D-43DE-8049-F0EA41CDFB37}" destId="{21E861C7-C23F-4575-A8B8-2B5AC7C7C057}" srcOrd="1" destOrd="0" parTransId="{C7AF3A54-E38B-4A69-B456-6D9B0EEC945B}" sibTransId="{187BFC0E-4BBB-4138-A511-8A62A9807624}"/>
    <dgm:cxn modelId="{1B1D268B-29C6-4AB1-AC80-8ABA3B31C7EB}" srcId="{C5D9F1FB-088D-43DE-8049-F0EA41CDFB37}" destId="{6FE48BAC-8121-480F-AB49-F3143E534429}" srcOrd="0" destOrd="0" parTransId="{CDD9B69A-ADB3-47AA-8F29-4BB261CE482A}" sibTransId="{8ACC40B1-50A8-45F8-B65C-47C871986B08}"/>
    <dgm:cxn modelId="{D6B31696-E83F-426F-8D7B-6120CB38F745}" type="presOf" srcId="{04F6A0B3-9AEF-417E-88B2-37E45BE60AD9}" destId="{2404493F-72D2-410F-8BC3-E4F4D5B3AC51}" srcOrd="0" destOrd="0" presId="urn:microsoft.com/office/officeart/2008/layout/LinedList"/>
    <dgm:cxn modelId="{42ABE0C6-97EA-4016-BFCA-5B0EB8050F2F}" type="presOf" srcId="{D620A1B0-365D-4264-8520-5D956D0E68D4}" destId="{EE81AE27-5EE5-4154-9425-DED6A0F596B6}" srcOrd="0" destOrd="0" presId="urn:microsoft.com/office/officeart/2008/layout/LinedList"/>
    <dgm:cxn modelId="{0F5531FD-1F8A-49AB-83C0-62B7948F163C}" srcId="{C5D9F1FB-088D-43DE-8049-F0EA41CDFB37}" destId="{04F6A0B3-9AEF-417E-88B2-37E45BE60AD9}" srcOrd="2" destOrd="0" parTransId="{3D5230D6-AF1F-4E5A-B57D-4BE94034881E}" sibTransId="{2300708D-F9D3-4593-B622-419D730989C0}"/>
    <dgm:cxn modelId="{4C1C9CFE-FE74-442C-B272-2D2215E78988}" type="presOf" srcId="{21E861C7-C23F-4575-A8B8-2B5AC7C7C057}" destId="{AB4B7F88-FB62-4612-B51E-0BC3AAE2B4E8}" srcOrd="0" destOrd="0" presId="urn:microsoft.com/office/officeart/2008/layout/LinedList"/>
    <dgm:cxn modelId="{40191BF9-5911-4F8F-AC44-8B301D9F3B61}" type="presParOf" srcId="{9D64DF4E-C42A-4105-8CD2-FFEFBEED5C8A}" destId="{D713FC02-58FA-45B1-B809-76C65D57B080}" srcOrd="0" destOrd="0" presId="urn:microsoft.com/office/officeart/2008/layout/LinedList"/>
    <dgm:cxn modelId="{0DE6AB87-68A8-45EE-804A-9724791E8CE5}" type="presParOf" srcId="{9D64DF4E-C42A-4105-8CD2-FFEFBEED5C8A}" destId="{0A64B030-4F85-432B-9798-BE865F784B82}" srcOrd="1" destOrd="0" presId="urn:microsoft.com/office/officeart/2008/layout/LinedList"/>
    <dgm:cxn modelId="{5BBA1639-53AA-4BC2-831A-23995AB13BFF}" type="presParOf" srcId="{0A64B030-4F85-432B-9798-BE865F784B82}" destId="{01FCE50F-D874-4AFF-9526-4AF4340D2333}" srcOrd="0" destOrd="0" presId="urn:microsoft.com/office/officeart/2008/layout/LinedList"/>
    <dgm:cxn modelId="{BBDDF8B7-2310-4091-8451-3AC9217C3EA9}" type="presParOf" srcId="{0A64B030-4F85-432B-9798-BE865F784B82}" destId="{0CE79375-7E80-4CF7-8DF5-8BE6B982A423}" srcOrd="1" destOrd="0" presId="urn:microsoft.com/office/officeart/2008/layout/LinedList"/>
    <dgm:cxn modelId="{95C1C721-1F38-430F-9ED3-7CECE646BC22}" type="presParOf" srcId="{9D64DF4E-C42A-4105-8CD2-FFEFBEED5C8A}" destId="{C1BD7B47-2834-470B-A7AA-3F53F4F6DBCC}" srcOrd="2" destOrd="0" presId="urn:microsoft.com/office/officeart/2008/layout/LinedList"/>
    <dgm:cxn modelId="{B1479282-8E70-46CC-9DB4-3C8A84B344CC}" type="presParOf" srcId="{9D64DF4E-C42A-4105-8CD2-FFEFBEED5C8A}" destId="{959E80C4-C80D-462B-BA6C-471F79D2EDC5}" srcOrd="3" destOrd="0" presId="urn:microsoft.com/office/officeart/2008/layout/LinedList"/>
    <dgm:cxn modelId="{4059A232-650E-4CEF-8DD5-AE72481DE15A}" type="presParOf" srcId="{959E80C4-C80D-462B-BA6C-471F79D2EDC5}" destId="{AB4B7F88-FB62-4612-B51E-0BC3AAE2B4E8}" srcOrd="0" destOrd="0" presId="urn:microsoft.com/office/officeart/2008/layout/LinedList"/>
    <dgm:cxn modelId="{A2FFFA20-7A18-44C6-B390-77CA0D5B7A37}" type="presParOf" srcId="{959E80C4-C80D-462B-BA6C-471F79D2EDC5}" destId="{3EA3BC63-8EBE-4D7D-A5AD-4EDC22587FEA}" srcOrd="1" destOrd="0" presId="urn:microsoft.com/office/officeart/2008/layout/LinedList"/>
    <dgm:cxn modelId="{779FB2B2-40AA-42C4-8A93-35DAFD10C80A}" type="presParOf" srcId="{9D64DF4E-C42A-4105-8CD2-FFEFBEED5C8A}" destId="{16221D3F-1DC0-469A-A1D8-D69EC8A62F45}" srcOrd="4" destOrd="0" presId="urn:microsoft.com/office/officeart/2008/layout/LinedList"/>
    <dgm:cxn modelId="{B1717CF6-F9E3-49BB-A60A-305E94E7C320}" type="presParOf" srcId="{9D64DF4E-C42A-4105-8CD2-FFEFBEED5C8A}" destId="{F96EFB85-1652-44A0-A032-EF0A0C490F9E}" srcOrd="5" destOrd="0" presId="urn:microsoft.com/office/officeart/2008/layout/LinedList"/>
    <dgm:cxn modelId="{080DBC8F-C00A-4562-B5B1-875E475E28CB}" type="presParOf" srcId="{F96EFB85-1652-44A0-A032-EF0A0C490F9E}" destId="{2404493F-72D2-410F-8BC3-E4F4D5B3AC51}" srcOrd="0" destOrd="0" presId="urn:microsoft.com/office/officeart/2008/layout/LinedList"/>
    <dgm:cxn modelId="{FC7600AB-129E-40FD-B1D9-9B8148E4D68D}" type="presParOf" srcId="{F96EFB85-1652-44A0-A032-EF0A0C490F9E}" destId="{DDA6A5EB-48D9-4CC0-B703-CC093BF7AF1E}" srcOrd="1" destOrd="0" presId="urn:microsoft.com/office/officeart/2008/layout/LinedList"/>
    <dgm:cxn modelId="{97DB7805-E870-4482-AA13-E190D9E9752C}" type="presParOf" srcId="{9D64DF4E-C42A-4105-8CD2-FFEFBEED5C8A}" destId="{F41280FC-896D-4532-8BD8-36201EA19301}" srcOrd="6" destOrd="0" presId="urn:microsoft.com/office/officeart/2008/layout/LinedList"/>
    <dgm:cxn modelId="{DAD8A6C5-F478-41FF-B7AA-266255021663}" type="presParOf" srcId="{9D64DF4E-C42A-4105-8CD2-FFEFBEED5C8A}" destId="{831F41AA-E4CD-4F1D-B4AF-CD05889CB3BF}" srcOrd="7" destOrd="0" presId="urn:microsoft.com/office/officeart/2008/layout/LinedList"/>
    <dgm:cxn modelId="{BB0E5BC8-D397-4AC6-BA0F-E47B64E2B789}" type="presParOf" srcId="{831F41AA-E4CD-4F1D-B4AF-CD05889CB3BF}" destId="{EE81AE27-5EE5-4154-9425-DED6A0F596B6}" srcOrd="0" destOrd="0" presId="urn:microsoft.com/office/officeart/2008/layout/LinedList"/>
    <dgm:cxn modelId="{5CD747CE-BFFE-4105-BCBE-10FE8C15B2F4}" type="presParOf" srcId="{831F41AA-E4CD-4F1D-B4AF-CD05889CB3BF}" destId="{0FB98984-9D90-4317-9EA8-088DDDD8A12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7382F1-5A78-40FE-ADB5-7C8FF0FEAA06}">
      <dsp:nvSpPr>
        <dsp:cNvPr id="0" name=""/>
        <dsp:cNvSpPr/>
      </dsp:nvSpPr>
      <dsp:spPr>
        <a:xfrm>
          <a:off x="0" y="277748"/>
          <a:ext cx="105156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44D32B-7C4F-4D78-A38E-364471D9AC32}">
      <dsp:nvSpPr>
        <dsp:cNvPr id="0" name=""/>
        <dsp:cNvSpPr/>
      </dsp:nvSpPr>
      <dsp:spPr>
        <a:xfrm>
          <a:off x="525780" y="41588"/>
          <a:ext cx="736092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1. INTRODUCTION</a:t>
          </a:r>
        </a:p>
      </dsp:txBody>
      <dsp:txXfrm>
        <a:off x="548837" y="64645"/>
        <a:ext cx="7314806" cy="426206"/>
      </dsp:txXfrm>
    </dsp:sp>
    <dsp:sp modelId="{62145AD8-B437-459E-AD89-90388481346C}">
      <dsp:nvSpPr>
        <dsp:cNvPr id="0" name=""/>
        <dsp:cNvSpPr/>
      </dsp:nvSpPr>
      <dsp:spPr>
        <a:xfrm>
          <a:off x="0" y="1003508"/>
          <a:ext cx="105156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282CBF-27F6-4ADD-9DFF-8EBCC0CDEC1F}">
      <dsp:nvSpPr>
        <dsp:cNvPr id="0" name=""/>
        <dsp:cNvSpPr/>
      </dsp:nvSpPr>
      <dsp:spPr>
        <a:xfrm>
          <a:off x="525780" y="767349"/>
          <a:ext cx="736092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2. LITERATURE REVIEW</a:t>
          </a:r>
        </a:p>
      </dsp:txBody>
      <dsp:txXfrm>
        <a:off x="548837" y="790406"/>
        <a:ext cx="7314806" cy="426206"/>
      </dsp:txXfrm>
    </dsp:sp>
    <dsp:sp modelId="{7338D177-F5BE-47EE-B466-6A52A7BFC76B}">
      <dsp:nvSpPr>
        <dsp:cNvPr id="0" name=""/>
        <dsp:cNvSpPr/>
      </dsp:nvSpPr>
      <dsp:spPr>
        <a:xfrm>
          <a:off x="0" y="1729268"/>
          <a:ext cx="105156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495466-F553-45F0-8EA9-A72DED6C190F}">
      <dsp:nvSpPr>
        <dsp:cNvPr id="0" name=""/>
        <dsp:cNvSpPr/>
      </dsp:nvSpPr>
      <dsp:spPr>
        <a:xfrm>
          <a:off x="525780" y="1493108"/>
          <a:ext cx="736092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3. PROBLEM STATEMENT</a:t>
          </a:r>
        </a:p>
      </dsp:txBody>
      <dsp:txXfrm>
        <a:off x="548837" y="1516165"/>
        <a:ext cx="7314806" cy="426206"/>
      </dsp:txXfrm>
    </dsp:sp>
    <dsp:sp modelId="{F9D998F6-B37C-4E90-AA94-1E687B568A7D}">
      <dsp:nvSpPr>
        <dsp:cNvPr id="0" name=""/>
        <dsp:cNvSpPr/>
      </dsp:nvSpPr>
      <dsp:spPr>
        <a:xfrm>
          <a:off x="0" y="2455028"/>
          <a:ext cx="105156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10921D-C0DD-4402-8E1A-F129835829C0}">
      <dsp:nvSpPr>
        <dsp:cNvPr id="0" name=""/>
        <dsp:cNvSpPr/>
      </dsp:nvSpPr>
      <dsp:spPr>
        <a:xfrm>
          <a:off x="525780" y="2218868"/>
          <a:ext cx="736092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4. PROPOSED SOLUTION</a:t>
          </a:r>
        </a:p>
      </dsp:txBody>
      <dsp:txXfrm>
        <a:off x="548837" y="2241925"/>
        <a:ext cx="7314806" cy="426206"/>
      </dsp:txXfrm>
    </dsp:sp>
    <dsp:sp modelId="{F163E6B6-32A9-41E8-ACF3-235EF570CA97}">
      <dsp:nvSpPr>
        <dsp:cNvPr id="0" name=""/>
        <dsp:cNvSpPr/>
      </dsp:nvSpPr>
      <dsp:spPr>
        <a:xfrm>
          <a:off x="0" y="3180789"/>
          <a:ext cx="105156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3002D3-D023-451C-9956-9EA7FD01A3CB}">
      <dsp:nvSpPr>
        <dsp:cNvPr id="0" name=""/>
        <dsp:cNvSpPr/>
      </dsp:nvSpPr>
      <dsp:spPr>
        <a:xfrm>
          <a:off x="525780" y="2944629"/>
          <a:ext cx="736092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5. OBJECTIVES</a:t>
          </a:r>
        </a:p>
      </dsp:txBody>
      <dsp:txXfrm>
        <a:off x="548837" y="2967686"/>
        <a:ext cx="7314806" cy="426206"/>
      </dsp:txXfrm>
    </dsp:sp>
    <dsp:sp modelId="{9758C9B5-F735-48EF-AE56-5903A8237133}">
      <dsp:nvSpPr>
        <dsp:cNvPr id="0" name=""/>
        <dsp:cNvSpPr/>
      </dsp:nvSpPr>
      <dsp:spPr>
        <a:xfrm>
          <a:off x="0" y="3906549"/>
          <a:ext cx="105156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B217AD-51C1-47A4-BECB-00D3CACC01AB}">
      <dsp:nvSpPr>
        <dsp:cNvPr id="0" name=""/>
        <dsp:cNvSpPr/>
      </dsp:nvSpPr>
      <dsp:spPr>
        <a:xfrm>
          <a:off x="525780" y="3670389"/>
          <a:ext cx="736092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6. RESULTS</a:t>
          </a:r>
        </a:p>
      </dsp:txBody>
      <dsp:txXfrm>
        <a:off x="548837" y="3693446"/>
        <a:ext cx="7314806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C0A393-EA84-4A91-95A9-B0D8E120258C}">
      <dsp:nvSpPr>
        <dsp:cNvPr id="0" name=""/>
        <dsp:cNvSpPr/>
      </dsp:nvSpPr>
      <dsp:spPr>
        <a:xfrm>
          <a:off x="0" y="1806"/>
          <a:ext cx="105156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E819F9-025D-4041-B0D3-E86A083559B8}">
      <dsp:nvSpPr>
        <dsp:cNvPr id="0" name=""/>
        <dsp:cNvSpPr/>
      </dsp:nvSpPr>
      <dsp:spPr>
        <a:xfrm>
          <a:off x="276958" y="207808"/>
          <a:ext cx="503560" cy="5035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5397E0-E6CA-408F-8671-A4682F4A2837}">
      <dsp:nvSpPr>
        <dsp:cNvPr id="0" name=""/>
        <dsp:cNvSpPr/>
      </dsp:nvSpPr>
      <dsp:spPr>
        <a:xfrm>
          <a:off x="1057476" y="1806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Title: Why Insider Threats Matter &amp; Role of AI/ML</a:t>
          </a:r>
        </a:p>
      </dsp:txBody>
      <dsp:txXfrm>
        <a:off x="1057476" y="1806"/>
        <a:ext cx="9458123" cy="915564"/>
      </dsp:txXfrm>
    </dsp:sp>
    <dsp:sp modelId="{E6C787D0-EC0F-4F4E-A554-67228CC35761}">
      <dsp:nvSpPr>
        <dsp:cNvPr id="0" name=""/>
        <dsp:cNvSpPr/>
      </dsp:nvSpPr>
      <dsp:spPr>
        <a:xfrm>
          <a:off x="0" y="1146262"/>
          <a:ext cx="105156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2C0D4-4AF0-47C3-8251-CCE1B53EA6A2}">
      <dsp:nvSpPr>
        <dsp:cNvPr id="0" name=""/>
        <dsp:cNvSpPr/>
      </dsp:nvSpPr>
      <dsp:spPr>
        <a:xfrm>
          <a:off x="276958" y="1352264"/>
          <a:ext cx="503560" cy="5035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5B561-4FBD-4B82-8C83-D3575DCB75C9}">
      <dsp:nvSpPr>
        <dsp:cNvPr id="0" name=""/>
        <dsp:cNvSpPr/>
      </dsp:nvSpPr>
      <dsp:spPr>
        <a:xfrm>
          <a:off x="1057476" y="1146262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1. Insider threats originate from within the organization: employees, contractors or trusted users who misuse access to systems.</a:t>
          </a:r>
        </a:p>
      </dsp:txBody>
      <dsp:txXfrm>
        <a:off x="1057476" y="1146262"/>
        <a:ext cx="9458123" cy="915564"/>
      </dsp:txXfrm>
    </dsp:sp>
    <dsp:sp modelId="{73541399-E0C4-463C-894F-297C86028578}">
      <dsp:nvSpPr>
        <dsp:cNvPr id="0" name=""/>
        <dsp:cNvSpPr/>
      </dsp:nvSpPr>
      <dsp:spPr>
        <a:xfrm>
          <a:off x="0" y="2290717"/>
          <a:ext cx="105156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385D6F-2D67-4C02-8E13-33875B1BA8CE}">
      <dsp:nvSpPr>
        <dsp:cNvPr id="0" name=""/>
        <dsp:cNvSpPr/>
      </dsp:nvSpPr>
      <dsp:spPr>
        <a:xfrm>
          <a:off x="276958" y="2496719"/>
          <a:ext cx="503560" cy="5035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AB0A10-79B5-41BB-B6D6-626BCDF46BBC}">
      <dsp:nvSpPr>
        <dsp:cNvPr id="0" name=""/>
        <dsp:cNvSpPr/>
      </dsp:nvSpPr>
      <dsp:spPr>
        <a:xfrm>
          <a:off x="1057476" y="2290717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2. These threats are difficult to detect, because insiders often have legitimate access and can behave normally for long times before malicious activity.</a:t>
          </a:r>
        </a:p>
      </dsp:txBody>
      <dsp:txXfrm>
        <a:off x="1057476" y="2290717"/>
        <a:ext cx="9458123" cy="915564"/>
      </dsp:txXfrm>
    </dsp:sp>
    <dsp:sp modelId="{CF9A41B0-59CF-4D48-9B72-D1047205C821}">
      <dsp:nvSpPr>
        <dsp:cNvPr id="0" name=""/>
        <dsp:cNvSpPr/>
      </dsp:nvSpPr>
      <dsp:spPr>
        <a:xfrm>
          <a:off x="0" y="3435173"/>
          <a:ext cx="105156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586937-83DE-433B-8282-D3992437844A}">
      <dsp:nvSpPr>
        <dsp:cNvPr id="0" name=""/>
        <dsp:cNvSpPr/>
      </dsp:nvSpPr>
      <dsp:spPr>
        <a:xfrm>
          <a:off x="276958" y="3641175"/>
          <a:ext cx="503560" cy="5035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F599E0-BC01-4E25-8BA2-3A168A68F0C0}">
      <dsp:nvSpPr>
        <dsp:cNvPr id="0" name=""/>
        <dsp:cNvSpPr/>
      </dsp:nvSpPr>
      <dsp:spPr>
        <a:xfrm>
          <a:off x="1057476" y="3435173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3. Traditional signature-based methods and rule-  based security systems often fail to detect evolving or stealthy insider attacks.</a:t>
          </a:r>
        </a:p>
      </dsp:txBody>
      <dsp:txXfrm>
        <a:off x="1057476" y="3435173"/>
        <a:ext cx="9458123" cy="9155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0BB197-596D-4F8D-9BC3-2CC1448CB090}">
      <dsp:nvSpPr>
        <dsp:cNvPr id="0" name=""/>
        <dsp:cNvSpPr/>
      </dsp:nvSpPr>
      <dsp:spPr>
        <a:xfrm>
          <a:off x="0" y="494"/>
          <a:ext cx="10515600" cy="11571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8F5DAC-986E-4D40-9A86-65747ED54240}">
      <dsp:nvSpPr>
        <dsp:cNvPr id="0" name=""/>
        <dsp:cNvSpPr/>
      </dsp:nvSpPr>
      <dsp:spPr>
        <a:xfrm>
          <a:off x="350048" y="260861"/>
          <a:ext cx="636452" cy="6364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4C27F0-A69F-4446-89FB-D62F5F0CF6C3}">
      <dsp:nvSpPr>
        <dsp:cNvPr id="0" name=""/>
        <dsp:cNvSpPr/>
      </dsp:nvSpPr>
      <dsp:spPr>
        <a:xfrm>
          <a:off x="1336549" y="494"/>
          <a:ext cx="9179050" cy="1157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69" tIns="122469" rIns="122469" bIns="12246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ML algorithms (anomaly detection, classification) help in modeling behavior and automatically spotting deviations. </a:t>
          </a:r>
          <a:endParaRPr lang="en-US" sz="2000" kern="1200"/>
        </a:p>
      </dsp:txBody>
      <dsp:txXfrm>
        <a:off x="1336549" y="494"/>
        <a:ext cx="9179050" cy="1157185"/>
      </dsp:txXfrm>
    </dsp:sp>
    <dsp:sp modelId="{D172B1B3-5043-4A31-BB78-96FC378B639E}">
      <dsp:nvSpPr>
        <dsp:cNvPr id="0" name=""/>
        <dsp:cNvSpPr/>
      </dsp:nvSpPr>
      <dsp:spPr>
        <a:xfrm>
          <a:off x="0" y="1446976"/>
          <a:ext cx="10515600" cy="11571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40CFBE-3BDE-4FF1-A29B-3184CB041D1C}">
      <dsp:nvSpPr>
        <dsp:cNvPr id="0" name=""/>
        <dsp:cNvSpPr/>
      </dsp:nvSpPr>
      <dsp:spPr>
        <a:xfrm>
          <a:off x="350048" y="1707343"/>
          <a:ext cx="636452" cy="6364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211E01-219E-49D9-952A-C194B5D31808}">
      <dsp:nvSpPr>
        <dsp:cNvPr id="0" name=""/>
        <dsp:cNvSpPr/>
      </dsp:nvSpPr>
      <dsp:spPr>
        <a:xfrm>
          <a:off x="1336549" y="1446976"/>
          <a:ext cx="9179050" cy="1157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69" tIns="122469" rIns="122469" bIns="12246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Hybrid systems combining anomaly methods + classification + synthetic data generation show promise in research.</a:t>
          </a:r>
          <a:endParaRPr lang="en-US" sz="2000" kern="1200"/>
        </a:p>
      </dsp:txBody>
      <dsp:txXfrm>
        <a:off x="1336549" y="1446976"/>
        <a:ext cx="9179050" cy="1157185"/>
      </dsp:txXfrm>
    </dsp:sp>
    <dsp:sp modelId="{8CDBDAE9-4451-4996-A83A-D1CA5A14C526}">
      <dsp:nvSpPr>
        <dsp:cNvPr id="0" name=""/>
        <dsp:cNvSpPr/>
      </dsp:nvSpPr>
      <dsp:spPr>
        <a:xfrm>
          <a:off x="0" y="2893458"/>
          <a:ext cx="10515600" cy="11571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51BC1D-B0E0-4CF3-AD74-3FB8CB9FA9DF}">
      <dsp:nvSpPr>
        <dsp:cNvPr id="0" name=""/>
        <dsp:cNvSpPr/>
      </dsp:nvSpPr>
      <dsp:spPr>
        <a:xfrm>
          <a:off x="350048" y="3153825"/>
          <a:ext cx="636452" cy="6364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1462E2-6637-4F03-9BFC-BA831F39A701}">
      <dsp:nvSpPr>
        <dsp:cNvPr id="0" name=""/>
        <dsp:cNvSpPr/>
      </dsp:nvSpPr>
      <dsp:spPr>
        <a:xfrm>
          <a:off x="1336549" y="2893458"/>
          <a:ext cx="9179050" cy="1157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69" tIns="122469" rIns="122469" bIns="12246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Recent research uses image-based feature representations and advanced networks (CNN, WCNN) to improve detection accuracy &amp; reduce false positives.</a:t>
          </a:r>
          <a:endParaRPr lang="en-US" sz="2000" kern="1200"/>
        </a:p>
      </dsp:txBody>
      <dsp:txXfrm>
        <a:off x="1336549" y="2893458"/>
        <a:ext cx="9179050" cy="11571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DCC385-9AB0-4D47-838C-A6E1DE867A3D}">
      <dsp:nvSpPr>
        <dsp:cNvPr id="0" name=""/>
        <dsp:cNvSpPr/>
      </dsp:nvSpPr>
      <dsp:spPr>
        <a:xfrm>
          <a:off x="0" y="30111"/>
          <a:ext cx="10515600" cy="9090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/>
            <a:t>Title: Key Studies &amp; Findings</a:t>
          </a:r>
          <a:endParaRPr lang="en-US" sz="3700" kern="1200"/>
        </a:p>
      </dsp:txBody>
      <dsp:txXfrm>
        <a:off x="44378" y="74489"/>
        <a:ext cx="10426844" cy="820334"/>
      </dsp:txXfrm>
    </dsp:sp>
    <dsp:sp modelId="{AF18B65E-22D4-4B9E-8627-6D72DF803B48}">
      <dsp:nvSpPr>
        <dsp:cNvPr id="0" name=""/>
        <dsp:cNvSpPr/>
      </dsp:nvSpPr>
      <dsp:spPr>
        <a:xfrm>
          <a:off x="0" y="939202"/>
          <a:ext cx="10515600" cy="4748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900" kern="1200"/>
            <a:t>Al-Mhiqani et al , surveyed insider threat detection literature, summarizing ML techniques, datasets, evaluation methods, and open challenges. 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900" kern="1200"/>
            <a:t>Insider Threat Detection Using Machine Learning Approach used CERT dataset, feature engineering, anomaly &amp; classification models; pointed out imbalanced data and need for hybrid pipelines. 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900" kern="1200"/>
            <a:t>Hybrid deep learning model using SPCAGAN generates synthetic data to reduce class imbalance and uses Bayesian networks for classification. Their approach shows improved detection performance.</a:t>
          </a:r>
          <a:endParaRPr lang="en-US" sz="2900" kern="1200"/>
        </a:p>
      </dsp:txBody>
      <dsp:txXfrm>
        <a:off x="0" y="939202"/>
        <a:ext cx="10515600" cy="47485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63166E-6F09-4D8C-8F6A-A60DB52CCDBB}">
      <dsp:nvSpPr>
        <dsp:cNvPr id="0" name=""/>
        <dsp:cNvSpPr/>
      </dsp:nvSpPr>
      <dsp:spPr>
        <a:xfrm>
          <a:off x="212335" y="1000984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CEA715-4EC5-4D47-9DDE-43655E590057}">
      <dsp:nvSpPr>
        <dsp:cNvPr id="0" name=""/>
        <dsp:cNvSpPr/>
      </dsp:nvSpPr>
      <dsp:spPr>
        <a:xfrm>
          <a:off x="492877" y="1281526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0CFBC-22DF-4F03-B38A-CF20B6F2677C}">
      <dsp:nvSpPr>
        <dsp:cNvPr id="0" name=""/>
        <dsp:cNvSpPr/>
      </dsp:nvSpPr>
      <dsp:spPr>
        <a:xfrm>
          <a:off x="1834517" y="1000984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Develop a hybrid ML system for insider threat detection integrating synthetic data and image-based features.</a:t>
          </a:r>
          <a:endParaRPr lang="en-US" sz="2000" kern="1200"/>
        </a:p>
      </dsp:txBody>
      <dsp:txXfrm>
        <a:off x="1834517" y="1000984"/>
        <a:ext cx="3148942" cy="1335915"/>
      </dsp:txXfrm>
    </dsp:sp>
    <dsp:sp modelId="{B585B62E-814C-48DB-94AD-8D7F2EC86ABB}">
      <dsp:nvSpPr>
        <dsp:cNvPr id="0" name=""/>
        <dsp:cNvSpPr/>
      </dsp:nvSpPr>
      <dsp:spPr>
        <a:xfrm>
          <a:off x="5532139" y="1000984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F044EB-8572-4A78-82A1-6DFB112D7FD2}">
      <dsp:nvSpPr>
        <dsp:cNvPr id="0" name=""/>
        <dsp:cNvSpPr/>
      </dsp:nvSpPr>
      <dsp:spPr>
        <a:xfrm>
          <a:off x="5812681" y="1281526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5E21F1-B16B-4C4F-A478-7F2A748F5703}">
      <dsp:nvSpPr>
        <dsp:cNvPr id="0" name=""/>
        <dsp:cNvSpPr/>
      </dsp:nvSpPr>
      <dsp:spPr>
        <a:xfrm>
          <a:off x="7154322" y="1000984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Reduce false positives and improve detection accuracy over existing methods.</a:t>
          </a:r>
          <a:endParaRPr lang="en-US" sz="2000" kern="1200"/>
        </a:p>
      </dsp:txBody>
      <dsp:txXfrm>
        <a:off x="7154322" y="1000984"/>
        <a:ext cx="3148942" cy="1335915"/>
      </dsp:txXfrm>
    </dsp:sp>
    <dsp:sp modelId="{2F35AB1E-A2EB-4B67-8E96-4DDBC969EC68}">
      <dsp:nvSpPr>
        <dsp:cNvPr id="0" name=""/>
        <dsp:cNvSpPr/>
      </dsp:nvSpPr>
      <dsp:spPr>
        <a:xfrm>
          <a:off x="212335" y="329418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30C41A-6F12-49F9-A993-4F20DAAAB7F8}">
      <dsp:nvSpPr>
        <dsp:cNvPr id="0" name=""/>
        <dsp:cNvSpPr/>
      </dsp:nvSpPr>
      <dsp:spPr>
        <a:xfrm>
          <a:off x="492877" y="3574725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3F5C5B-C95B-4845-8E27-F0785D9F913E}">
      <dsp:nvSpPr>
        <dsp:cNvPr id="0" name=""/>
        <dsp:cNvSpPr/>
      </dsp:nvSpPr>
      <dsp:spPr>
        <a:xfrm>
          <a:off x="1834517" y="329418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Evaluate ML + anomaly detection comparison on CERT dataset.</a:t>
          </a:r>
          <a:endParaRPr lang="en-US" sz="2000" kern="1200"/>
        </a:p>
      </dsp:txBody>
      <dsp:txXfrm>
        <a:off x="1834517" y="3294182"/>
        <a:ext cx="3148942" cy="1335915"/>
      </dsp:txXfrm>
    </dsp:sp>
    <dsp:sp modelId="{B1044DEF-BCE4-4C9D-940F-2D0A9F2F5F2C}">
      <dsp:nvSpPr>
        <dsp:cNvPr id="0" name=""/>
        <dsp:cNvSpPr/>
      </dsp:nvSpPr>
      <dsp:spPr>
        <a:xfrm>
          <a:off x="5532139" y="329418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E9792A-D239-4970-9B88-CCC581218BAC}">
      <dsp:nvSpPr>
        <dsp:cNvPr id="0" name=""/>
        <dsp:cNvSpPr/>
      </dsp:nvSpPr>
      <dsp:spPr>
        <a:xfrm>
          <a:off x="5812681" y="3574725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92BFFD-C12B-4299-A27C-E760116482B0}">
      <dsp:nvSpPr>
        <dsp:cNvPr id="0" name=""/>
        <dsp:cNvSpPr/>
      </dsp:nvSpPr>
      <dsp:spPr>
        <a:xfrm>
          <a:off x="7154322" y="329418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Demonstrate improvements in performance metrics (accuracy, recall, F1, false positive rate).</a:t>
          </a:r>
          <a:endParaRPr lang="en-US" sz="2000" kern="1200"/>
        </a:p>
      </dsp:txBody>
      <dsp:txXfrm>
        <a:off x="7154322" y="3294182"/>
        <a:ext cx="3148942" cy="13359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2B0B24-A0A5-4271-9AB1-6177BBED3237}">
      <dsp:nvSpPr>
        <dsp:cNvPr id="0" name=""/>
        <dsp:cNvSpPr/>
      </dsp:nvSpPr>
      <dsp:spPr>
        <a:xfrm>
          <a:off x="3578798" y="728330"/>
          <a:ext cx="5627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773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845350" y="771083"/>
        <a:ext cx="29668" cy="5933"/>
      </dsp:txXfrm>
    </dsp:sp>
    <dsp:sp modelId="{979AF543-5F55-4619-98A5-3971E5C09ED7}">
      <dsp:nvSpPr>
        <dsp:cNvPr id="0" name=""/>
        <dsp:cNvSpPr/>
      </dsp:nvSpPr>
      <dsp:spPr>
        <a:xfrm>
          <a:off x="1000712" y="84"/>
          <a:ext cx="2579885" cy="15479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Dataset(CERT)</a:t>
          </a:r>
          <a:endParaRPr lang="en-IN" sz="1800" kern="1200" dirty="0"/>
        </a:p>
      </dsp:txBody>
      <dsp:txXfrm>
        <a:off x="1000712" y="84"/>
        <a:ext cx="2579885" cy="1547931"/>
      </dsp:txXfrm>
    </dsp:sp>
    <dsp:sp modelId="{3DEF7205-2B0F-4DBD-B3A1-FF26D01AAA85}">
      <dsp:nvSpPr>
        <dsp:cNvPr id="0" name=""/>
        <dsp:cNvSpPr/>
      </dsp:nvSpPr>
      <dsp:spPr>
        <a:xfrm>
          <a:off x="6752057" y="728330"/>
          <a:ext cx="5627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77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7018609" y="771083"/>
        <a:ext cx="29668" cy="5933"/>
      </dsp:txXfrm>
    </dsp:sp>
    <dsp:sp modelId="{FA0C12E4-26F7-485B-878B-7000684E4E0E}">
      <dsp:nvSpPr>
        <dsp:cNvPr id="0" name=""/>
        <dsp:cNvSpPr/>
      </dsp:nvSpPr>
      <dsp:spPr>
        <a:xfrm>
          <a:off x="4173971" y="84"/>
          <a:ext cx="2579885" cy="15479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Feature Extraction</a:t>
          </a:r>
          <a:endParaRPr lang="en-IN" sz="1800" kern="1200" dirty="0"/>
        </a:p>
      </dsp:txBody>
      <dsp:txXfrm>
        <a:off x="4173971" y="84"/>
        <a:ext cx="2579885" cy="1547931"/>
      </dsp:txXfrm>
    </dsp:sp>
    <dsp:sp modelId="{0909B3E0-9746-4CB0-B06E-F8529753112A}">
      <dsp:nvSpPr>
        <dsp:cNvPr id="0" name=""/>
        <dsp:cNvSpPr/>
      </dsp:nvSpPr>
      <dsp:spPr>
        <a:xfrm>
          <a:off x="2290655" y="1546215"/>
          <a:ext cx="6346518" cy="562773"/>
        </a:xfrm>
        <a:custGeom>
          <a:avLst/>
          <a:gdLst/>
          <a:ahLst/>
          <a:cxnLst/>
          <a:rect l="0" t="0" r="0" b="0"/>
          <a:pathLst>
            <a:path>
              <a:moveTo>
                <a:pt x="6346518" y="0"/>
              </a:moveTo>
              <a:lnTo>
                <a:pt x="6346518" y="298486"/>
              </a:lnTo>
              <a:lnTo>
                <a:pt x="0" y="298486"/>
              </a:lnTo>
              <a:lnTo>
                <a:pt x="0" y="56277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304559" y="1824635"/>
        <a:ext cx="318709" cy="5933"/>
      </dsp:txXfrm>
    </dsp:sp>
    <dsp:sp modelId="{C8AC21B9-4A3A-4B68-A702-CCA512AC57E1}">
      <dsp:nvSpPr>
        <dsp:cNvPr id="0" name=""/>
        <dsp:cNvSpPr/>
      </dsp:nvSpPr>
      <dsp:spPr>
        <a:xfrm>
          <a:off x="7347230" y="84"/>
          <a:ext cx="2579885" cy="15479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Synthetic Data Generation(SPCAGAN)</a:t>
          </a:r>
          <a:endParaRPr lang="en-IN" sz="1800" kern="1200" dirty="0"/>
        </a:p>
      </dsp:txBody>
      <dsp:txXfrm>
        <a:off x="7347230" y="84"/>
        <a:ext cx="2579885" cy="1547931"/>
      </dsp:txXfrm>
    </dsp:sp>
    <dsp:sp modelId="{AFFF8732-5B32-429D-A9A2-E0615D6A1987}">
      <dsp:nvSpPr>
        <dsp:cNvPr id="0" name=""/>
        <dsp:cNvSpPr/>
      </dsp:nvSpPr>
      <dsp:spPr>
        <a:xfrm>
          <a:off x="3578798" y="2869634"/>
          <a:ext cx="5627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773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845350" y="2912388"/>
        <a:ext cx="29668" cy="5933"/>
      </dsp:txXfrm>
    </dsp:sp>
    <dsp:sp modelId="{045EBBCA-D33B-4F9A-89B1-B4B2279D26F3}">
      <dsp:nvSpPr>
        <dsp:cNvPr id="0" name=""/>
        <dsp:cNvSpPr/>
      </dsp:nvSpPr>
      <dsp:spPr>
        <a:xfrm>
          <a:off x="1000712" y="2141389"/>
          <a:ext cx="2579885" cy="154793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Image Conversion</a:t>
          </a:r>
          <a:endParaRPr lang="en-IN" sz="1800" kern="1200" dirty="0"/>
        </a:p>
      </dsp:txBody>
      <dsp:txXfrm>
        <a:off x="1000712" y="2141389"/>
        <a:ext cx="2579885" cy="1547931"/>
      </dsp:txXfrm>
    </dsp:sp>
    <dsp:sp modelId="{873AC0CC-4594-4666-825F-AC7C2B726BA0}">
      <dsp:nvSpPr>
        <dsp:cNvPr id="0" name=""/>
        <dsp:cNvSpPr/>
      </dsp:nvSpPr>
      <dsp:spPr>
        <a:xfrm>
          <a:off x="6752057" y="2869634"/>
          <a:ext cx="5627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773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7018609" y="2912388"/>
        <a:ext cx="29668" cy="5933"/>
      </dsp:txXfrm>
    </dsp:sp>
    <dsp:sp modelId="{1A8CFD12-2770-46B5-9115-CB21483B56AC}">
      <dsp:nvSpPr>
        <dsp:cNvPr id="0" name=""/>
        <dsp:cNvSpPr/>
      </dsp:nvSpPr>
      <dsp:spPr>
        <a:xfrm>
          <a:off x="4173971" y="2141389"/>
          <a:ext cx="2579885" cy="154793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WCNN + Classifier</a:t>
          </a:r>
          <a:endParaRPr lang="en-IN" sz="1800" kern="1200" dirty="0"/>
        </a:p>
      </dsp:txBody>
      <dsp:txXfrm>
        <a:off x="4173971" y="2141389"/>
        <a:ext cx="2579885" cy="1547931"/>
      </dsp:txXfrm>
    </dsp:sp>
    <dsp:sp modelId="{82F039C0-7E4C-46D7-981F-9D454C3E1976}">
      <dsp:nvSpPr>
        <dsp:cNvPr id="0" name=""/>
        <dsp:cNvSpPr/>
      </dsp:nvSpPr>
      <dsp:spPr>
        <a:xfrm>
          <a:off x="7347230" y="2141389"/>
          <a:ext cx="2579885" cy="15479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Decision Module </a:t>
          </a:r>
          <a:endParaRPr lang="en-IN" sz="1800" kern="1200" dirty="0"/>
        </a:p>
      </dsp:txBody>
      <dsp:txXfrm>
        <a:off x="7347230" y="2141389"/>
        <a:ext cx="2579885" cy="154793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7C60C8-BCEA-47B4-A905-732556CCA334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35E058-1FFF-411C-AD0B-DC4800586BC2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102023-838B-4EB0-B052-CCCB59924CC9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1.Review Article prepared on AI/ML-based Insider Threat Detection</a:t>
          </a:r>
        </a:p>
      </dsp:txBody>
      <dsp:txXfrm>
        <a:off x="1939533" y="717"/>
        <a:ext cx="4362067" cy="1679249"/>
      </dsp:txXfrm>
    </dsp:sp>
    <dsp:sp modelId="{5D97FF6C-75F3-4549-8993-EC34A0A243BF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1A11A0-CB91-4550-B6C5-8CAAF49C2A29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94DDA8-68B1-486A-AAC2-041F0C9D1564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2.Hybrid Detection Framework Conceptually documented</a:t>
          </a:r>
        </a:p>
      </dsp:txBody>
      <dsp:txXfrm>
        <a:off x="1939533" y="2099779"/>
        <a:ext cx="4362067" cy="1679249"/>
      </dsp:txXfrm>
    </dsp:sp>
    <dsp:sp modelId="{F229BEFC-6DF5-4347-8009-864255A8E393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F2DD88-B97A-42E5-B2BF-2F2A152D37F6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43A0A1-A684-4A6F-9331-8B2F88A0FA06}">
      <dsp:nvSpPr>
        <dsp:cNvPr id="0" name=""/>
        <dsp:cNvSpPr/>
      </dsp:nvSpPr>
      <dsp:spPr>
        <a:xfrm>
          <a:off x="1939533" y="4198841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3.Scope Identified for Future Implementation and Academic Publication</a:t>
          </a:r>
        </a:p>
      </dsp:txBody>
      <dsp:txXfrm>
        <a:off x="1939533" y="4198841"/>
        <a:ext cx="4362067" cy="167924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13FC02-58FA-45B1-B809-76C65D57B080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FCE50F-D874-4AFF-9526-4AF4340D2333}">
      <dsp:nvSpPr>
        <dsp:cNvPr id="0" name=""/>
        <dsp:cNvSpPr/>
      </dsp:nvSpPr>
      <dsp:spPr>
        <a:xfrm>
          <a:off x="0" y="0"/>
          <a:ext cx="10515600" cy="1062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Al-Mhiqani, M. N.; Ahmad, R.; Z. Z. Abidin; Yassin, W.; Hassan, A.; Abdulkareem, K. H.; Ali, N. S.; Yunos, Z. A Review of Insider Threat Detection: Classification, Machine Learning Techniques, Datasets, Open Challenges, and Recommendations. Applied Sciences(MDPI), Vol.10, Issue 15, Article 5208,2020.</a:t>
          </a:r>
        </a:p>
      </dsp:txBody>
      <dsp:txXfrm>
        <a:off x="0" y="0"/>
        <a:ext cx="10515600" cy="1062990"/>
      </dsp:txXfrm>
    </dsp:sp>
    <dsp:sp modelId="{C1BD7B47-2834-470B-A7AA-3F53F4F6DBCC}">
      <dsp:nvSpPr>
        <dsp:cNvPr id="0" name=""/>
        <dsp:cNvSpPr/>
      </dsp:nvSpPr>
      <dsp:spPr>
        <a:xfrm>
          <a:off x="0" y="106299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4B7F88-FB62-4612-B51E-0BC3AAE2B4E8}">
      <dsp:nvSpPr>
        <dsp:cNvPr id="0" name=""/>
        <dsp:cNvSpPr/>
      </dsp:nvSpPr>
      <dsp:spPr>
        <a:xfrm>
          <a:off x="0" y="1062990"/>
          <a:ext cx="10515600" cy="1062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Gayathri, R. G.; Sajjanhar, A.; Yong Xiang. Hybrid deep learning model using SPCAGAN augmentation for insider threat analysis. Expert Systems with Applications, Vol. 249, Part A, Article 123533, September 2024.</a:t>
          </a:r>
        </a:p>
      </dsp:txBody>
      <dsp:txXfrm>
        <a:off x="0" y="1062990"/>
        <a:ext cx="10515600" cy="1062990"/>
      </dsp:txXfrm>
    </dsp:sp>
    <dsp:sp modelId="{16221D3F-1DC0-469A-A1D8-D69EC8A62F45}">
      <dsp:nvSpPr>
        <dsp:cNvPr id="0" name=""/>
        <dsp:cNvSpPr/>
      </dsp:nvSpPr>
      <dsp:spPr>
        <a:xfrm>
          <a:off x="0" y="212598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04493F-72D2-410F-8BC3-E4F4D5B3AC51}">
      <dsp:nvSpPr>
        <dsp:cNvPr id="0" name=""/>
        <dsp:cNvSpPr/>
      </dsp:nvSpPr>
      <dsp:spPr>
        <a:xfrm>
          <a:off x="0" y="2125980"/>
          <a:ext cx="10515600" cy="1062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Randive, K.; R. Mohan; Ambairam Muthu Sivakrishna. An efficient pattern-based approach for insider threat classification using the image-based feature representation. Journal of Information Security and Applications, Vol. 73, Article 103434, 2023. </a:t>
          </a:r>
        </a:p>
      </dsp:txBody>
      <dsp:txXfrm>
        <a:off x="0" y="2125980"/>
        <a:ext cx="10515600" cy="1062990"/>
      </dsp:txXfrm>
    </dsp:sp>
    <dsp:sp modelId="{F41280FC-896D-4532-8BD8-36201EA19301}">
      <dsp:nvSpPr>
        <dsp:cNvPr id="0" name=""/>
        <dsp:cNvSpPr/>
      </dsp:nvSpPr>
      <dsp:spPr>
        <a:xfrm>
          <a:off x="0" y="31889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81AE27-5EE5-4154-9425-DED6A0F596B6}">
      <dsp:nvSpPr>
        <dsp:cNvPr id="0" name=""/>
        <dsp:cNvSpPr/>
      </dsp:nvSpPr>
      <dsp:spPr>
        <a:xfrm>
          <a:off x="0" y="3188970"/>
          <a:ext cx="10515600" cy="1062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4.     Xiao, J.; et al. Robust Anomaly-Based Insider Threat Detection Using Graph Neural Network. IEEE Transactions on Network and Service Management, Vol. 20, Issue 3, 2022.</a:t>
          </a:r>
        </a:p>
      </dsp:txBody>
      <dsp:txXfrm>
        <a:off x="0" y="3188970"/>
        <a:ext cx="10515600" cy="10629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3BA3B6-96FB-488D-ABC6-46B0EA988F0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C560E-D706-4CE1-BAED-B09C51C474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517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C560E-D706-4CE1-BAED-B09C51C474D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394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51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699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425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782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890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982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500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497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58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137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137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1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59888"/>
            <a:ext cx="9144000" cy="1446836"/>
          </a:xfrm>
        </p:spPr>
        <p:txBody>
          <a:bodyPr>
            <a:normAutofit fontScale="90000"/>
          </a:bodyPr>
          <a:lstStyle/>
          <a:p>
            <a:r>
              <a:rPr lang="en-US" dirty="0"/>
              <a:t>A</a:t>
            </a:r>
            <a:r>
              <a:rPr lang="en-IN" dirty="0"/>
              <a:t>I/ML in Security : Insider Threat Detection using Machine Learning &amp; Hybrid Approaches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>
            <a:normAutofit/>
          </a:bodyPr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Medha Dwivedi</a:t>
            </a:r>
          </a:p>
          <a:p>
            <a:r>
              <a:rPr lang="en-IN" dirty="0"/>
              <a:t>2427030559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5081287"/>
            <a:ext cx="3239386" cy="1025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 err="1"/>
              <a:t>Dr.Satyabrata</a:t>
            </a:r>
            <a:r>
              <a:rPr lang="en-IN" dirty="0"/>
              <a:t> Roy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053296"/>
            <a:ext cx="9144000" cy="102534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143D4-0D20-0950-F110-C5110F1A1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IN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67C3AE7-5B60-942A-2C52-39A118A47F3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6017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DC6AC-7A0F-6B33-4066-A2B65AF2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/>
              <a:t>Introduction</a:t>
            </a:r>
            <a:endParaRPr lang="en-IN" sz="52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28F1CB-98C3-A329-2386-567271BBE7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8886973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9264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254E2-A922-9BB9-0731-4BD6E9E69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471"/>
            <a:ext cx="10515600" cy="1875099"/>
          </a:xfrm>
        </p:spPr>
        <p:txBody>
          <a:bodyPr/>
          <a:lstStyle/>
          <a:p>
            <a:r>
              <a:rPr lang="en-US" dirty="0"/>
              <a:t>AI/ML Solutions in Insider Threat Detection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BBB946-93E6-A643-ED73-897B72FD509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442258"/>
          <a:ext cx="10515600" cy="4051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3816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73214"/>
          </a:xfrm>
        </p:spPr>
        <p:txBody>
          <a:bodyPr/>
          <a:lstStyle/>
          <a:p>
            <a:r>
              <a:rPr lang="en-IN"/>
              <a:t>Literature Review (I)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AAA1E5-BF88-EAE9-B674-502A18FE73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5062743"/>
              </p:ext>
            </p:extLst>
          </p:nvPr>
        </p:nvGraphicFramePr>
        <p:xfrm>
          <a:off x="838200" y="937549"/>
          <a:ext cx="10515600" cy="57178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4466CC-02F3-9208-6481-EB1D61E06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Literature Review (II) – Gaps &amp; Challenges</a:t>
            </a:r>
            <a:endParaRPr lang="en-IN" sz="4800"/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F13B2079-B403-C5A3-1A2A-9B45D6513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IN" sz="2000"/>
              <a:t>Title: Challenges in Current Research</a:t>
            </a:r>
          </a:p>
          <a:p>
            <a:r>
              <a:rPr lang="en-IN" sz="2000"/>
              <a:t>Imbalanced datasets: malicious insider events are rare → models often bias toward majority (normal) class.</a:t>
            </a:r>
          </a:p>
          <a:p>
            <a:r>
              <a:rPr lang="en-IN" sz="2000"/>
              <a:t> False Positives: Many anomaly detection systems raise false alarms because they don’t sufficiently distinguish harmless anomalies from malicious behaviour. </a:t>
            </a:r>
          </a:p>
          <a:p>
            <a:r>
              <a:rPr lang="en-IN" sz="2000"/>
              <a:t>Feature Engineering Burden: Extracting features from logs is time consuming, sometimes may not generalize across systems.</a:t>
            </a:r>
          </a:p>
          <a:p>
            <a:r>
              <a:rPr lang="en-IN" sz="2000"/>
              <a:t> Need for better hybrid ML + Deep Learning methods, synthetic data augmentation, explainability.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90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IN" sz="5400"/>
              <a:t>Problem Statement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/>
              <a:t>Existing ML / anomaly detection systems for insider threat detection suffer from imbalanced datasets, high false positives, and limited feature representation. There is a need for a hybrid ML pipeline combining synthetic data generation, image-based feature representation, anomaly detection, and classification to improve detection accuracy and reduce errors.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472"/>
            <a:ext cx="10515600" cy="1145894"/>
          </a:xfrm>
        </p:spPr>
        <p:txBody>
          <a:bodyPr/>
          <a:lstStyle/>
          <a:p>
            <a:r>
              <a:rPr lang="en-IN"/>
              <a:t>Objectives</a:t>
            </a:r>
            <a:endParaRPr lang="en-IN" dirty="0"/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43EF645B-0EA6-804A-FCFA-EE82EB9D24B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076446"/>
          <a:ext cx="10515600" cy="56310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Proposed Solution /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675" y="701646"/>
            <a:ext cx="11732645" cy="68580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700" dirty="0"/>
              <a:t>Title: Proposed Hybrid Framework for Insider Threat Detection</a:t>
            </a:r>
          </a:p>
          <a:p>
            <a:pPr marL="0" indent="0">
              <a:buNone/>
            </a:pPr>
            <a:r>
              <a:rPr lang="en-IN" sz="1700" dirty="0"/>
              <a:t>Steps:</a:t>
            </a:r>
          </a:p>
          <a:p>
            <a:pPr marL="514350" indent="-514350">
              <a:buAutoNum type="arabicPeriod"/>
            </a:pPr>
            <a:r>
              <a:rPr lang="en-IN" sz="1700" dirty="0"/>
              <a:t>Use CERT insider threat dataset for baseline data.</a:t>
            </a:r>
          </a:p>
          <a:p>
            <a:pPr marL="514350" indent="-514350">
              <a:buAutoNum type="arabicPeriod"/>
            </a:pPr>
            <a:r>
              <a:rPr lang="en-IN" sz="1700" dirty="0"/>
              <a:t>Preprocess logs, extract features (statistical features, frequency / temporal features).</a:t>
            </a:r>
          </a:p>
          <a:p>
            <a:pPr marL="514350" indent="-514350">
              <a:buAutoNum type="arabicPeriod" startAt="3"/>
            </a:pPr>
            <a:r>
              <a:rPr lang="en-IN" sz="1700" dirty="0"/>
              <a:t>Use synthetic data generation technique (like SPCAGAN) to augment data and balance classes.</a:t>
            </a:r>
          </a:p>
          <a:p>
            <a:pPr marL="514350" indent="-514350">
              <a:buAutoNum type="arabicPeriod" startAt="3"/>
            </a:pPr>
            <a:r>
              <a:rPr lang="en-IN" sz="1700" dirty="0"/>
              <a:t>Convert feature vectors into image-based representations (1D vector → grayscale images).</a:t>
            </a:r>
          </a:p>
          <a:p>
            <a:pPr marL="514350" indent="-514350">
              <a:buAutoNum type="arabicPeriod" startAt="3"/>
            </a:pPr>
            <a:r>
              <a:rPr lang="en-IN" sz="1700" dirty="0"/>
              <a:t> Use WCNN (Wavelet CNN) + classification layers to detect insider vs benign behaviour.</a:t>
            </a:r>
          </a:p>
          <a:p>
            <a:pPr marL="514350" indent="-514350">
              <a:buAutoNum type="arabicPeriod" startAt="3"/>
            </a:pPr>
            <a:r>
              <a:rPr lang="en-IN" sz="1700" dirty="0"/>
              <a:t> Use anomaly detection methods (OCSVM, Isolation Forest) in parallel to classification → combine their outputs for final decision. </a:t>
            </a:r>
          </a:p>
          <a:p>
            <a:pPr marL="0" indent="0">
              <a:buNone/>
            </a:pPr>
            <a:r>
              <a:rPr lang="en-IN" sz="1700" dirty="0"/>
              <a:t>7.     Evaluate using accuracy, precision, recall, F1, false positive rate. Compare results with baseline (without augmentation, without image </a:t>
            </a:r>
            <a:r>
              <a:rPr lang="en-US" sz="1700" dirty="0"/>
              <a:t>representation).</a:t>
            </a:r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E7BD17-5432-07BE-7A2F-14996820F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Title: Hybrid Detection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4D1A6-2FA6-28F7-AFA8-3F376311F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8808" y="413657"/>
            <a:ext cx="5785399" cy="6085114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Machine Learning Component</a:t>
            </a:r>
          </a:p>
          <a:p>
            <a:r>
              <a:rPr lang="en-IN" sz="1400" dirty="0"/>
              <a:t>WCNN (Wavelet Convolutional Neural Network) used for behavioural pattern learning</a:t>
            </a:r>
          </a:p>
          <a:p>
            <a:endParaRPr lang="en-IN" sz="1400" dirty="0"/>
          </a:p>
          <a:p>
            <a:r>
              <a:rPr lang="en-IN" sz="1400" dirty="0"/>
              <a:t>Converts user activity features into image-based representation</a:t>
            </a:r>
          </a:p>
          <a:p>
            <a:endParaRPr lang="en-IN" sz="1400" dirty="0"/>
          </a:p>
          <a:p>
            <a:r>
              <a:rPr lang="en-IN" sz="1400" dirty="0"/>
              <a:t>Learns complex temporal and statistical patterns</a:t>
            </a:r>
          </a:p>
          <a:p>
            <a:endParaRPr lang="en-IN" sz="1000" dirty="0"/>
          </a:p>
          <a:p>
            <a:pPr marL="0" indent="0">
              <a:buNone/>
            </a:pPr>
            <a:r>
              <a:rPr lang="en-IN" dirty="0"/>
              <a:t> Anomaly Detection Component</a:t>
            </a:r>
          </a:p>
          <a:p>
            <a:r>
              <a:rPr lang="en-IN" sz="1400" dirty="0"/>
              <a:t>One-Class SVM for identifying unusual behaviour</a:t>
            </a:r>
          </a:p>
          <a:p>
            <a:endParaRPr lang="en-IN" sz="1400" dirty="0"/>
          </a:p>
          <a:p>
            <a:r>
              <a:rPr lang="en-IN" sz="1400" dirty="0"/>
              <a:t>Isolation Forest for detecting rare activity deviations</a:t>
            </a:r>
          </a:p>
          <a:p>
            <a:endParaRPr lang="en-IN" sz="1400" dirty="0"/>
          </a:p>
          <a:p>
            <a:r>
              <a:rPr lang="en-IN" sz="1400" dirty="0"/>
              <a:t>Operates in parallel to classification model</a:t>
            </a:r>
          </a:p>
          <a:p>
            <a:endParaRPr lang="en-IN" sz="1000" dirty="0"/>
          </a:p>
          <a:p>
            <a:pPr marL="0" indent="0">
              <a:buNone/>
            </a:pPr>
            <a:r>
              <a:rPr lang="en-IN" dirty="0"/>
              <a:t>Decision Fusion</a:t>
            </a:r>
          </a:p>
          <a:p>
            <a:r>
              <a:rPr lang="en-IN" sz="1500" dirty="0"/>
              <a:t>Outputs from ML classifier and anomaly detectors combined</a:t>
            </a:r>
          </a:p>
          <a:p>
            <a:endParaRPr lang="en-IN" sz="1500" dirty="0"/>
          </a:p>
          <a:p>
            <a:r>
              <a:rPr lang="en-IN" sz="1500" dirty="0"/>
              <a:t>Weighted scoring / voting mechanism applied</a:t>
            </a:r>
          </a:p>
          <a:p>
            <a:endParaRPr lang="en-IN" sz="1500" dirty="0"/>
          </a:p>
          <a:p>
            <a:r>
              <a:rPr lang="en-IN" sz="1500" dirty="0"/>
              <a:t>Improves robustness and reduces false positives</a:t>
            </a:r>
          </a:p>
        </p:txBody>
      </p:sp>
    </p:spTree>
    <p:extLst>
      <p:ext uri="{BB962C8B-B14F-4D97-AF65-F5344CB8AC3E}">
        <p14:creationId xmlns:p14="http://schemas.microsoft.com/office/powerpoint/2010/main" val="2925018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CF21B7-54F2-BD1F-14E1-A114E6B1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Flowchart :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DD0E74-7115-6C53-7516-96663141DC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332961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0133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EB1088-67C9-BC40-589F-1F129C441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4270588" cy="5576770"/>
          </a:xfrm>
        </p:spPr>
        <p:txBody>
          <a:bodyPr anchor="t">
            <a:normAutofit/>
          </a:bodyPr>
          <a:lstStyle/>
          <a:p>
            <a:r>
              <a:rPr lang="en-IN" sz="6600">
                <a:solidFill>
                  <a:schemeClr val="bg1"/>
                </a:solidFill>
              </a:rPr>
              <a:t>Evaluation Strategy &amp; Expected Output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4650" y="637762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BDA7C-D625-3B9A-4A1A-013C07BB8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4650" y="637763"/>
            <a:ext cx="5152549" cy="59023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3600" dirty="0"/>
              <a:t>Evaluation Strategy</a:t>
            </a:r>
          </a:p>
          <a:p>
            <a:pPr marL="0" indent="0">
              <a:buNone/>
            </a:pPr>
            <a:r>
              <a:rPr lang="en-IN" dirty="0"/>
              <a:t>Performance Metrics</a:t>
            </a:r>
          </a:p>
          <a:p>
            <a:pPr marL="0" indent="0">
              <a:buNone/>
            </a:pPr>
            <a:r>
              <a:rPr lang="en-IN" sz="1700" dirty="0"/>
              <a:t>1.Accuracy</a:t>
            </a:r>
          </a:p>
          <a:p>
            <a:pPr marL="0" indent="0">
              <a:buNone/>
            </a:pPr>
            <a:r>
              <a:rPr lang="en-IN" sz="1700" dirty="0"/>
              <a:t>2.Precision &amp; Recall</a:t>
            </a:r>
          </a:p>
          <a:p>
            <a:pPr marL="0" indent="0">
              <a:buNone/>
            </a:pPr>
            <a:r>
              <a:rPr lang="en-IN" sz="1700" dirty="0"/>
              <a:t>3.F1-Score</a:t>
            </a:r>
          </a:p>
          <a:p>
            <a:pPr marL="0" indent="0">
              <a:buNone/>
            </a:pPr>
            <a:r>
              <a:rPr lang="en-IN" sz="1700" dirty="0"/>
              <a:t>4.False Positive Rate</a:t>
            </a:r>
          </a:p>
          <a:p>
            <a:pPr marL="0" indent="0">
              <a:buNone/>
            </a:pPr>
            <a:r>
              <a:rPr lang="en-IN" dirty="0"/>
              <a:t>Comparison Strategy</a:t>
            </a:r>
          </a:p>
          <a:p>
            <a:pPr marL="0" indent="0">
              <a:buNone/>
            </a:pPr>
            <a:r>
              <a:rPr lang="en-IN" sz="1700" dirty="0"/>
              <a:t>1.Compare hybrid model with baseline ML model</a:t>
            </a:r>
          </a:p>
          <a:p>
            <a:pPr marL="0" indent="0">
              <a:buNone/>
            </a:pPr>
            <a:r>
              <a:rPr lang="en-IN" sz="1700" dirty="0"/>
              <a:t>2.Evaluate impact of data augmentation</a:t>
            </a:r>
          </a:p>
          <a:p>
            <a:pPr marL="0" indent="0">
              <a:buNone/>
            </a:pPr>
            <a:r>
              <a:rPr lang="en-IN" sz="1700" dirty="0"/>
              <a:t>3.Analyse detection improvement on insider activities</a:t>
            </a:r>
          </a:p>
          <a:p>
            <a:pPr marL="0" indent="0">
              <a:buNone/>
            </a:pPr>
            <a:r>
              <a:rPr lang="en-IN" dirty="0"/>
              <a:t>Expected Outcome</a:t>
            </a:r>
          </a:p>
          <a:p>
            <a:pPr marL="0" indent="0">
              <a:buNone/>
            </a:pPr>
            <a:r>
              <a:rPr lang="en-IN" sz="1700" dirty="0"/>
              <a:t>1.Improved detection accuracy</a:t>
            </a:r>
          </a:p>
          <a:p>
            <a:pPr marL="0" indent="0">
              <a:buNone/>
            </a:pPr>
            <a:r>
              <a:rPr lang="en-IN" sz="1700" dirty="0"/>
              <a:t>2.Reduced missed insider threats</a:t>
            </a:r>
          </a:p>
          <a:p>
            <a:pPr marL="0" indent="0">
              <a:buNone/>
            </a:pPr>
            <a:r>
              <a:rPr lang="en-IN" sz="1700" dirty="0"/>
              <a:t>3.Scalable framework for enterprise security monitoring</a:t>
            </a:r>
          </a:p>
        </p:txBody>
      </p:sp>
    </p:spTree>
    <p:extLst>
      <p:ext uri="{BB962C8B-B14F-4D97-AF65-F5344CB8AC3E}">
        <p14:creationId xmlns:p14="http://schemas.microsoft.com/office/powerpoint/2010/main" val="3857587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07427-BCB8-92D8-1425-625D71FB9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 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A5FB4E-C5EF-23B1-737B-4361C7F6414E}"/>
              </a:ext>
            </a:extLst>
          </p:cNvPr>
          <p:cNvSpPr txBox="1"/>
          <p:nvPr/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/>
              <a:t>Observation: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1.Hybrid framework shows improved detection performance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2.Synthetic data and anomaly fusion reduce missed insider events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3.Better balance between precision and recall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F5AD04-469F-D21E-D143-95812F4E74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9635857"/>
              </p:ext>
            </p:extLst>
          </p:nvPr>
        </p:nvGraphicFramePr>
        <p:xfrm>
          <a:off x="4987672" y="2354248"/>
          <a:ext cx="6389349" cy="2158815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235036">
                  <a:extLst>
                    <a:ext uri="{9D8B030D-6E8A-4147-A177-3AD203B41FA5}">
                      <a16:colId xmlns:a16="http://schemas.microsoft.com/office/drawing/2014/main" val="3528244401"/>
                    </a:ext>
                  </a:extLst>
                </a:gridCol>
                <a:gridCol w="1496797">
                  <a:extLst>
                    <a:ext uri="{9D8B030D-6E8A-4147-A177-3AD203B41FA5}">
                      <a16:colId xmlns:a16="http://schemas.microsoft.com/office/drawing/2014/main" val="1142044722"/>
                    </a:ext>
                  </a:extLst>
                </a:gridCol>
                <a:gridCol w="1473001">
                  <a:extLst>
                    <a:ext uri="{9D8B030D-6E8A-4147-A177-3AD203B41FA5}">
                      <a16:colId xmlns:a16="http://schemas.microsoft.com/office/drawing/2014/main" val="1296983129"/>
                    </a:ext>
                  </a:extLst>
                </a:gridCol>
                <a:gridCol w="1127952">
                  <a:extLst>
                    <a:ext uri="{9D8B030D-6E8A-4147-A177-3AD203B41FA5}">
                      <a16:colId xmlns:a16="http://schemas.microsoft.com/office/drawing/2014/main" val="1031460074"/>
                    </a:ext>
                  </a:extLst>
                </a:gridCol>
                <a:gridCol w="1056563">
                  <a:extLst>
                    <a:ext uri="{9D8B030D-6E8A-4147-A177-3AD203B41FA5}">
                      <a16:colId xmlns:a16="http://schemas.microsoft.com/office/drawing/2014/main" val="1231473103"/>
                    </a:ext>
                  </a:extLst>
                </a:gridCol>
              </a:tblGrid>
              <a:tr h="633938">
                <a:tc>
                  <a:txBody>
                    <a:bodyPr/>
                    <a:lstStyle/>
                    <a:p>
                      <a:r>
                        <a:rPr lang="en-US" sz="1700"/>
                        <a:t>MODEL</a:t>
                      </a:r>
                      <a:endParaRPr lang="en-IN" sz="1700"/>
                    </a:p>
                  </a:txBody>
                  <a:tcPr marL="85667" marR="85667" marT="42834" marB="42834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ACCURACY</a:t>
                      </a:r>
                      <a:endParaRPr lang="en-IN" sz="1700"/>
                    </a:p>
                  </a:txBody>
                  <a:tcPr marL="85667" marR="85667" marT="42834" marB="42834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PRECISION</a:t>
                      </a:r>
                      <a:endParaRPr lang="en-IN" sz="1700"/>
                    </a:p>
                  </a:txBody>
                  <a:tcPr marL="85667" marR="85667" marT="42834" marB="42834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RECALL</a:t>
                      </a:r>
                      <a:endParaRPr lang="en-IN" sz="1700"/>
                    </a:p>
                  </a:txBody>
                  <a:tcPr marL="85667" marR="85667" marT="42834" marB="42834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F1 SCORE</a:t>
                      </a:r>
                      <a:endParaRPr lang="en-IN" sz="1700"/>
                    </a:p>
                  </a:txBody>
                  <a:tcPr marL="85667" marR="85667" marT="42834" marB="42834"/>
                </a:tc>
                <a:extLst>
                  <a:ext uri="{0D108BD9-81ED-4DB2-BD59-A6C34878D82A}">
                    <a16:rowId xmlns:a16="http://schemas.microsoft.com/office/drawing/2014/main" val="3086747200"/>
                  </a:ext>
                </a:extLst>
              </a:tr>
              <a:tr h="633938">
                <a:tc>
                  <a:txBody>
                    <a:bodyPr/>
                    <a:lstStyle/>
                    <a:p>
                      <a:r>
                        <a:rPr lang="en-US" sz="1700"/>
                        <a:t>Baseline ML Model</a:t>
                      </a:r>
                      <a:endParaRPr lang="en-IN" sz="1700"/>
                    </a:p>
                  </a:txBody>
                  <a:tcPr marL="85667" marR="85667" marT="42834" marB="42834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82%</a:t>
                      </a:r>
                      <a:endParaRPr lang="en-IN" sz="1700"/>
                    </a:p>
                  </a:txBody>
                  <a:tcPr marL="85667" marR="85667" marT="42834" marB="42834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78%</a:t>
                      </a:r>
                      <a:endParaRPr lang="en-IN" sz="1700"/>
                    </a:p>
                  </a:txBody>
                  <a:tcPr marL="85667" marR="85667" marT="42834" marB="42834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75%</a:t>
                      </a:r>
                      <a:endParaRPr lang="en-IN" sz="1700"/>
                    </a:p>
                  </a:txBody>
                  <a:tcPr marL="85667" marR="85667" marT="42834" marB="42834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76%</a:t>
                      </a:r>
                      <a:endParaRPr lang="en-IN" sz="1700"/>
                    </a:p>
                  </a:txBody>
                  <a:tcPr marL="85667" marR="85667" marT="42834" marB="42834"/>
                </a:tc>
                <a:extLst>
                  <a:ext uri="{0D108BD9-81ED-4DB2-BD59-A6C34878D82A}">
                    <a16:rowId xmlns:a16="http://schemas.microsoft.com/office/drawing/2014/main" val="3696436977"/>
                  </a:ext>
                </a:extLst>
              </a:tr>
              <a:tr h="890939">
                <a:tc>
                  <a:txBody>
                    <a:bodyPr/>
                    <a:lstStyle/>
                    <a:p>
                      <a:r>
                        <a:rPr lang="en-US" sz="1700"/>
                        <a:t>Hybrid Proposed Model</a:t>
                      </a:r>
                      <a:endParaRPr lang="en-IN" sz="1700"/>
                    </a:p>
                  </a:txBody>
                  <a:tcPr marL="85667" marR="85667" marT="42834" marB="42834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91%</a:t>
                      </a:r>
                      <a:endParaRPr lang="en-IN" sz="1700"/>
                    </a:p>
                  </a:txBody>
                  <a:tcPr marL="85667" marR="85667" marT="42834" marB="42834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89%</a:t>
                      </a:r>
                      <a:endParaRPr lang="en-IN" sz="1700"/>
                    </a:p>
                  </a:txBody>
                  <a:tcPr marL="85667" marR="85667" marT="42834" marB="42834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87%</a:t>
                      </a:r>
                      <a:endParaRPr lang="en-IN" sz="1700"/>
                    </a:p>
                  </a:txBody>
                  <a:tcPr marL="85667" marR="85667" marT="42834" marB="42834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88%</a:t>
                      </a:r>
                      <a:endParaRPr lang="en-IN" sz="1700"/>
                    </a:p>
                  </a:txBody>
                  <a:tcPr marL="85667" marR="85667" marT="42834" marB="42834"/>
                </a:tc>
                <a:extLst>
                  <a:ext uri="{0D108BD9-81ED-4DB2-BD59-A6C34878D82A}">
                    <a16:rowId xmlns:a16="http://schemas.microsoft.com/office/drawing/2014/main" val="1106865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4813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6EF853-9A44-133B-769A-BA3C270C5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/>
              <a:t>RESULT ANALYSIS :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9CAAB29-29BB-75CB-D9E3-9689ECD8DD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2248483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33938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AAB4E1-B4B2-10EB-E9D5-338A238E9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OUTCOME</a:t>
            </a:r>
            <a:endParaRPr lang="en-IN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2F4FC1-BB14-5CB8-5904-D9D743109D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0504654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1514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/>
              <a:t>References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B0D8D2E0-FC49-D52D-0535-6566CF2C874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29384"/>
          <a:ext cx="10515600" cy="425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1787" y="1741337"/>
            <a:ext cx="5448730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  <a:r>
              <a:rPr lang="en-US" sz="5200" dirty="0">
                <a:solidFill>
                  <a:schemeClr val="tx2"/>
                </a:solidFill>
              </a:rPr>
              <a:t>!</a:t>
            </a:r>
            <a:endParaRPr lang="en-US" sz="52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625</TotalTime>
  <Words>1103</Words>
  <Application>Microsoft Office PowerPoint</Application>
  <PresentationFormat>Widescreen</PresentationFormat>
  <Paragraphs>127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Office Theme</vt:lpstr>
      <vt:lpstr>AI/ML in Security : Insider Threat Detection using Machine Learning &amp; Hybrid Approaches </vt:lpstr>
      <vt:lpstr>Outline</vt:lpstr>
      <vt:lpstr>Introduction</vt:lpstr>
      <vt:lpstr>AI/ML Solutions in Insider Threat Detection</vt:lpstr>
      <vt:lpstr>Literature Review (I)</vt:lpstr>
      <vt:lpstr>Literature Review (II) – Gaps &amp; Challenges</vt:lpstr>
      <vt:lpstr>Problem Statement</vt:lpstr>
      <vt:lpstr>Objectives</vt:lpstr>
      <vt:lpstr>Proposed Solution / Framework</vt:lpstr>
      <vt:lpstr>Title: Hybrid Detection Framework</vt:lpstr>
      <vt:lpstr>Flowchart :</vt:lpstr>
      <vt:lpstr>Evaluation Strategy &amp; Expected Output</vt:lpstr>
      <vt:lpstr>RESULT :</vt:lpstr>
      <vt:lpstr>RESULT ANALYSIS :</vt:lpstr>
      <vt:lpstr>OUTCOME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Medha Dwivedi [CSE - 2024]</cp:lastModifiedBy>
  <cp:revision>4</cp:revision>
  <dcterms:created xsi:type="dcterms:W3CDTF">2025-09-29T05:03:41Z</dcterms:created>
  <dcterms:modified xsi:type="dcterms:W3CDTF">2026-02-11T19:06:29Z</dcterms:modified>
</cp:coreProperties>
</file>